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4"/>
  </p:notesMasterIdLst>
  <p:handoutMasterIdLst>
    <p:handoutMasterId r:id="rId45"/>
  </p:handoutMasterIdLst>
  <p:sldIdLst>
    <p:sldId id="510" r:id="rId2"/>
    <p:sldId id="555" r:id="rId3"/>
    <p:sldId id="556" r:id="rId4"/>
    <p:sldId id="557" r:id="rId5"/>
    <p:sldId id="558" r:id="rId6"/>
    <p:sldId id="559" r:id="rId7"/>
    <p:sldId id="560" r:id="rId8"/>
    <p:sldId id="561" r:id="rId9"/>
    <p:sldId id="562" r:id="rId10"/>
    <p:sldId id="563" r:id="rId11"/>
    <p:sldId id="564" r:id="rId12"/>
    <p:sldId id="565" r:id="rId13"/>
    <p:sldId id="566" r:id="rId14"/>
    <p:sldId id="567" r:id="rId15"/>
    <p:sldId id="568" r:id="rId16"/>
    <p:sldId id="569" r:id="rId17"/>
    <p:sldId id="570" r:id="rId18"/>
    <p:sldId id="571" r:id="rId19"/>
    <p:sldId id="572" r:id="rId20"/>
    <p:sldId id="573" r:id="rId21"/>
    <p:sldId id="574" r:id="rId22"/>
    <p:sldId id="575" r:id="rId23"/>
    <p:sldId id="576" r:id="rId24"/>
    <p:sldId id="577" r:id="rId25"/>
    <p:sldId id="578" r:id="rId26"/>
    <p:sldId id="579" r:id="rId27"/>
    <p:sldId id="580" r:id="rId28"/>
    <p:sldId id="581" r:id="rId29"/>
    <p:sldId id="582" r:id="rId30"/>
    <p:sldId id="583" r:id="rId31"/>
    <p:sldId id="584" r:id="rId32"/>
    <p:sldId id="585" r:id="rId33"/>
    <p:sldId id="586" r:id="rId34"/>
    <p:sldId id="587" r:id="rId35"/>
    <p:sldId id="588" r:id="rId36"/>
    <p:sldId id="589" r:id="rId37"/>
    <p:sldId id="590" r:id="rId38"/>
    <p:sldId id="591" r:id="rId39"/>
    <p:sldId id="592" r:id="rId40"/>
    <p:sldId id="593" r:id="rId41"/>
    <p:sldId id="594" r:id="rId42"/>
    <p:sldId id="525" r:id="rId43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 autoAdjust="0"/>
    <p:restoredTop sz="94607" autoAdjust="0"/>
  </p:normalViewPr>
  <p:slideViewPr>
    <p:cSldViewPr>
      <p:cViewPr varScale="1">
        <p:scale>
          <a:sx n="101" d="100"/>
          <a:sy n="101" d="100"/>
        </p:scale>
        <p:origin x="144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C092644A-D423-4D93-B11A-5B142F9C5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77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81D8BCED-4794-4F5B-A95B-8007A3359B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8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688AB1-AEDA-E34E-96DC-8A9CD5498162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1ABE9B-2127-408B-ADD0-32B6A1ADA5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5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CE1510-4434-FA48-A2F4-2407F720F28A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D0090FA-C1D2-436C-ACD1-E5E3751D06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0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6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765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37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2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6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442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3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039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1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5299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7657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39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88EDA1C-7338-4452-914A-ED7756F9A5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8" y="6278564"/>
            <a:ext cx="12488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3D3EE55B-0F21-402F-A7C4-FFECA81A60D0}" type="slidenum">
              <a:rPr lang="en-US" altLang="zh-CN" sz="2000"/>
              <a:pPr>
                <a:spcBef>
                  <a:spcPct val="50000"/>
                </a:spcBef>
              </a:pPr>
              <a:t>‹#›</a:t>
            </a:fld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8500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19AD9BC-4475-4662-B897-11E752BA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Complexity</a:t>
            </a:r>
          </a:p>
          <a:p>
            <a:pPr lvl="1"/>
            <a:r>
              <a:rPr lang="en-US" altLang="zh-CN" dirty="0"/>
              <a:t>delays of 360/91, MIPS 10000, Alpha 21264, </a:t>
            </a:r>
            <a:br>
              <a:rPr lang="en-US" altLang="zh-CN" dirty="0"/>
            </a:br>
            <a:r>
              <a:rPr lang="en-US" altLang="zh-CN" dirty="0"/>
              <a:t>IBM PPC 620 in CA:AQA 2/e, but not in silicon!</a:t>
            </a:r>
          </a:p>
          <a:p>
            <a:r>
              <a:rPr lang="en-US" altLang="zh-CN" dirty="0"/>
              <a:t>Many associative stores (CDB) at high speed, Performance limited by Common Data Bus</a:t>
            </a:r>
          </a:p>
          <a:p>
            <a:r>
              <a:rPr lang="en-US" altLang="zh-CN" b="1" dirty="0"/>
              <a:t>Non-precise interrupts</a:t>
            </a:r>
            <a:r>
              <a:rPr lang="en-US" altLang="zh-CN" dirty="0"/>
              <a:t>!</a:t>
            </a:r>
          </a:p>
          <a:p>
            <a:pPr lvl="1"/>
            <a:r>
              <a:rPr lang="en-US" altLang="zh-CN" dirty="0"/>
              <a:t>We will address this later</a:t>
            </a:r>
          </a:p>
          <a:p>
            <a:r>
              <a:rPr lang="en-US" altLang="zh-CN" b="1" dirty="0"/>
              <a:t>Partially overlapped basic blocks </a:t>
            </a:r>
          </a:p>
          <a:p>
            <a:pPr lvl="1"/>
            <a:r>
              <a:rPr lang="en-US" altLang="zh-CN" dirty="0"/>
              <a:t>integer units get ahead, beyond FP operation </a:t>
            </a:r>
          </a:p>
          <a:p>
            <a:pPr lvl="1"/>
            <a:r>
              <a:rPr lang="en-US" altLang="zh-CN" b="1" dirty="0"/>
              <a:t>the successor basic block can not start execution  until the branch is resolved</a:t>
            </a:r>
            <a:r>
              <a:rPr lang="en-US" altLang="zh-CN" dirty="0"/>
              <a:t>, in spite of that it can be issued.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09AC45-ADB8-4456-97C6-91F2EAFE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Drawbacks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110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CC218DF-5467-4367-B2F1-46CECC7C0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Speculating on the outcome of branches and executing the program as if the predictions were correct.</a:t>
            </a:r>
          </a:p>
          <a:p>
            <a:pPr lvl="1"/>
            <a:r>
              <a:rPr lang="en-US" altLang="zh-CN" dirty="0"/>
              <a:t>Need to handle the situation where the speculation is incorrect. </a:t>
            </a:r>
          </a:p>
          <a:p>
            <a:r>
              <a:rPr lang="en-US" altLang="zh-CN" dirty="0"/>
              <a:t>Key ideas:</a:t>
            </a:r>
          </a:p>
          <a:p>
            <a:pPr lvl="1"/>
            <a:r>
              <a:rPr lang="en-US" altLang="zh-CN" b="1" dirty="0"/>
              <a:t>Dynamic branch prediction </a:t>
            </a:r>
            <a:r>
              <a:rPr lang="en-US" altLang="zh-CN" dirty="0"/>
              <a:t>to choose which instruction to execute</a:t>
            </a:r>
          </a:p>
          <a:p>
            <a:pPr lvl="1"/>
            <a:r>
              <a:rPr lang="en-US" altLang="zh-CN" b="1" dirty="0"/>
              <a:t>Speculation</a:t>
            </a:r>
            <a:r>
              <a:rPr lang="en-US" altLang="zh-CN" dirty="0"/>
              <a:t> to allow the execution of instructions before the control dependences are resolved.</a:t>
            </a:r>
          </a:p>
          <a:p>
            <a:pPr lvl="1"/>
            <a:r>
              <a:rPr lang="en-US" altLang="zh-CN" b="1" dirty="0"/>
              <a:t>Dynamic scheduling</a:t>
            </a:r>
            <a:r>
              <a:rPr lang="en-US" altLang="zh-CN" dirty="0"/>
              <a:t> to deal with the scheduling of different combinations of basic blocks.</a:t>
            </a:r>
          </a:p>
          <a:p>
            <a:r>
              <a:rPr lang="en-US" altLang="zh-CN" dirty="0"/>
              <a:t>Data flow execution:</a:t>
            </a:r>
          </a:p>
          <a:p>
            <a:pPr lvl="1"/>
            <a:r>
              <a:rPr lang="en-US" altLang="zh-CN" dirty="0"/>
              <a:t>Operations execute as soon as their operands are available.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8097E9C-1E52-47F2-9336-B9CFB1285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Hardware-based Speculation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5856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8F22022-52CA-4219-9519-2505BF5C6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Separate the process of completing execution and the bypassing of results among instructions from instruction commit (reg file or memory update).</a:t>
            </a:r>
          </a:p>
          <a:p>
            <a:r>
              <a:rPr lang="en-US" altLang="zh-CN" dirty="0"/>
              <a:t>Allows other (speculative) instructions to execute, but no results are committed until we know the instruction is no longer speculative. </a:t>
            </a:r>
          </a:p>
          <a:p>
            <a:r>
              <a:rPr lang="en-US" altLang="zh-CN" dirty="0"/>
              <a:t>Allow instructions to </a:t>
            </a:r>
            <a:r>
              <a:rPr lang="en-US" altLang="zh-CN" b="1" dirty="0"/>
              <a:t>execute out of order </a:t>
            </a:r>
            <a:r>
              <a:rPr lang="en-US" altLang="zh-CN" dirty="0"/>
              <a:t>but force them to </a:t>
            </a:r>
            <a:r>
              <a:rPr lang="en-US" altLang="zh-CN" b="1" dirty="0"/>
              <a:t>commit in order</a:t>
            </a:r>
            <a:r>
              <a:rPr lang="en-US" altLang="zh-CN" dirty="0"/>
              <a:t>, which helps with handling exceptions properly.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4E84B5B-511B-4B6B-B9A4-0C53A8F7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629" y="232288"/>
            <a:ext cx="7903790" cy="505343"/>
          </a:xfrm>
        </p:spPr>
        <p:txBody>
          <a:bodyPr/>
          <a:lstStyle/>
          <a:p>
            <a:r>
              <a:rPr lang="en-US" altLang="zh-CN" dirty="0"/>
              <a:t>Speculative execution with </a:t>
            </a:r>
            <a:r>
              <a:rPr lang="en-US" altLang="zh-CN" dirty="0" err="1"/>
              <a:t>Tomasulo's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920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0423F2B-EDF5-46A6-B0DC-5D2E2C31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 </a:t>
            </a:r>
            <a:r>
              <a:rPr lang="en-US" altLang="zh-CN" dirty="0" err="1"/>
              <a:t>Tomasulo</a:t>
            </a:r>
            <a:r>
              <a:rPr lang="en-US" altLang="zh-CN" dirty="0"/>
              <a:t> to handle speculation</a:t>
            </a:r>
            <a:endParaRPr lang="zh-CN" altLang="en-US" dirty="0"/>
          </a:p>
        </p:txBody>
      </p:sp>
      <p:pic>
        <p:nvPicPr>
          <p:cNvPr id="6" name="Picture 3" descr="chap4_7-5">
            <a:extLst>
              <a:ext uri="{FF2B5EF4-FFF2-40B4-BE49-F238E27FC236}">
                <a16:creationId xmlns:a16="http://schemas.microsoft.com/office/drawing/2014/main" id="{D75F419A-9847-4F46-8C12-8FA3E4792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980729"/>
            <a:ext cx="8915400" cy="529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943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52E4813-4C69-465A-9DC4-E8630658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 </a:t>
            </a:r>
            <a:r>
              <a:rPr lang="en-US" altLang="zh-CN" dirty="0" err="1"/>
              <a:t>Tomasulo</a:t>
            </a:r>
            <a:r>
              <a:rPr lang="en-US" altLang="zh-CN" dirty="0"/>
              <a:t> to handle speculation</a:t>
            </a:r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EC020C-2113-4EC4-9C94-4348D58EE33A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764705"/>
            <a:ext cx="8943975" cy="5661025"/>
            <a:chOff x="0" y="576"/>
            <a:chExt cx="5634" cy="356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AE7F7A-12E1-479D-9B9A-9D1C124529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58"/>
              <a:ext cx="5634" cy="3184"/>
              <a:chOff x="54" y="722"/>
              <a:chExt cx="5634" cy="3415"/>
            </a:xfrm>
          </p:grpSpPr>
          <p:grpSp>
            <p:nvGrpSpPr>
              <p:cNvPr id="8" name="Group 5">
                <a:extLst>
                  <a:ext uri="{FF2B5EF4-FFF2-40B4-BE49-F238E27FC236}">
                    <a16:creationId xmlns:a16="http://schemas.microsoft.com/office/drawing/2014/main" id="{60EFC358-533F-40F3-A26E-A9D5E8F0E2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7" y="1402"/>
                <a:ext cx="576" cy="768"/>
                <a:chOff x="1872" y="1584"/>
                <a:chExt cx="576" cy="864"/>
              </a:xfrm>
            </p:grpSpPr>
            <p:sp>
              <p:nvSpPr>
                <p:cNvPr id="70" name="Rectangle 6">
                  <a:extLst>
                    <a:ext uri="{FF2B5EF4-FFF2-40B4-BE49-F238E27FC236}">
                      <a16:creationId xmlns:a16="http://schemas.microsoft.com/office/drawing/2014/main" id="{D39DDB1B-9A42-4A1A-BF39-2410AF39C7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584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" name="Rectangle 7">
                  <a:extLst>
                    <a:ext uri="{FF2B5EF4-FFF2-40B4-BE49-F238E27FC236}">
                      <a16:creationId xmlns:a16="http://schemas.microsoft.com/office/drawing/2014/main" id="{B65A9E1A-F006-4D39-A31D-6A2045DFF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728"/>
                  <a:ext cx="576" cy="14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" name="Rectangle 8">
                  <a:extLst>
                    <a:ext uri="{FF2B5EF4-FFF2-40B4-BE49-F238E27FC236}">
                      <a16:creationId xmlns:a16="http://schemas.microsoft.com/office/drawing/2014/main" id="{1688B037-63C7-4DFD-B862-662AF567B3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872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3" name="Rectangle 9">
                  <a:extLst>
                    <a:ext uri="{FF2B5EF4-FFF2-40B4-BE49-F238E27FC236}">
                      <a16:creationId xmlns:a16="http://schemas.microsoft.com/office/drawing/2014/main" id="{AFE47376-075B-4CFD-B17B-CB162E455E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016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4" name="Rectangle 10">
                  <a:extLst>
                    <a:ext uri="{FF2B5EF4-FFF2-40B4-BE49-F238E27FC236}">
                      <a16:creationId xmlns:a16="http://schemas.microsoft.com/office/drawing/2014/main" id="{A50A556E-BC2F-4105-8B50-FC37F839B1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60"/>
                  <a:ext cx="576" cy="14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5" name="Rectangle 11">
                  <a:extLst>
                    <a:ext uri="{FF2B5EF4-FFF2-40B4-BE49-F238E27FC236}">
                      <a16:creationId xmlns:a16="http://schemas.microsoft.com/office/drawing/2014/main" id="{E85855BA-F600-49FA-ACAD-14E2FD2FD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304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" name="Line 12">
                <a:extLst>
                  <a:ext uri="{FF2B5EF4-FFF2-40B4-BE49-F238E27FC236}">
                    <a16:creationId xmlns:a16="http://schemas.microsoft.com/office/drawing/2014/main" id="{6CED0EA8-AD37-499A-BFD9-BE2AC6E73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" y="1018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" name="Group 13">
                <a:extLst>
                  <a:ext uri="{FF2B5EF4-FFF2-40B4-BE49-F238E27FC236}">
                    <a16:creationId xmlns:a16="http://schemas.microsoft.com/office/drawing/2014/main" id="{7AED99C3-82ED-49E8-8B1D-068D6B41C8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4" y="785"/>
                <a:ext cx="576" cy="768"/>
                <a:chOff x="1872" y="1584"/>
                <a:chExt cx="576" cy="864"/>
              </a:xfrm>
            </p:grpSpPr>
            <p:sp>
              <p:nvSpPr>
                <p:cNvPr id="64" name="Rectangle 14">
                  <a:extLst>
                    <a:ext uri="{FF2B5EF4-FFF2-40B4-BE49-F238E27FC236}">
                      <a16:creationId xmlns:a16="http://schemas.microsoft.com/office/drawing/2014/main" id="{4A854861-81B0-45F1-B245-C21A41F0DF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584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5" name="Rectangle 15">
                  <a:extLst>
                    <a:ext uri="{FF2B5EF4-FFF2-40B4-BE49-F238E27FC236}">
                      <a16:creationId xmlns:a16="http://schemas.microsoft.com/office/drawing/2014/main" id="{34EDD77C-9E2C-4AFC-AD35-38072B9F0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728"/>
                  <a:ext cx="576" cy="14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" name="Rectangle 16">
                  <a:extLst>
                    <a:ext uri="{FF2B5EF4-FFF2-40B4-BE49-F238E27FC236}">
                      <a16:creationId xmlns:a16="http://schemas.microsoft.com/office/drawing/2014/main" id="{AA7F2CD2-B89F-4E9E-BC44-93848FF72B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873"/>
                  <a:ext cx="576" cy="14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" name="Rectangle 17">
                  <a:extLst>
                    <a:ext uri="{FF2B5EF4-FFF2-40B4-BE49-F238E27FC236}">
                      <a16:creationId xmlns:a16="http://schemas.microsoft.com/office/drawing/2014/main" id="{8AC31E71-DB67-4871-8F48-F853AC6E99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016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8" name="Rectangle 18">
                  <a:extLst>
                    <a:ext uri="{FF2B5EF4-FFF2-40B4-BE49-F238E27FC236}">
                      <a16:creationId xmlns:a16="http://schemas.microsoft.com/office/drawing/2014/main" id="{E10D7B44-85CA-4C00-96E2-44D71F2A1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60"/>
                  <a:ext cx="576" cy="145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" name="Rectangle 19">
                  <a:extLst>
                    <a:ext uri="{FF2B5EF4-FFF2-40B4-BE49-F238E27FC236}">
                      <a16:creationId xmlns:a16="http://schemas.microsoft.com/office/drawing/2014/main" id="{8A3BDE86-7656-4FA1-A2EE-EB0F066DD2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305"/>
                  <a:ext cx="576" cy="14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20">
                <a:extLst>
                  <a:ext uri="{FF2B5EF4-FFF2-40B4-BE49-F238E27FC236}">
                    <a16:creationId xmlns:a16="http://schemas.microsoft.com/office/drawing/2014/main" id="{935885C4-E32E-4DB4-9EA0-FAEC9EA0A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56" y="929"/>
                <a:ext cx="1392" cy="512"/>
                <a:chOff x="3456" y="1200"/>
                <a:chExt cx="1392" cy="512"/>
              </a:xfrm>
            </p:grpSpPr>
            <p:sp>
              <p:nvSpPr>
                <p:cNvPr id="60" name="Rectangle 21">
                  <a:extLst>
                    <a:ext uri="{FF2B5EF4-FFF2-40B4-BE49-F238E27FC236}">
                      <a16:creationId xmlns:a16="http://schemas.microsoft.com/office/drawing/2014/main" id="{6F30D44C-321C-4782-A2FB-A86067E745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200"/>
                  <a:ext cx="1392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1" name="Rectangle 22">
                  <a:extLst>
                    <a:ext uri="{FF2B5EF4-FFF2-40B4-BE49-F238E27FC236}">
                      <a16:creationId xmlns:a16="http://schemas.microsoft.com/office/drawing/2014/main" id="{BA2232FD-09A4-45A4-818D-B58123A51C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328"/>
                  <a:ext cx="1392" cy="12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2" name="Rectangle 23">
                  <a:extLst>
                    <a:ext uri="{FF2B5EF4-FFF2-40B4-BE49-F238E27FC236}">
                      <a16:creationId xmlns:a16="http://schemas.microsoft.com/office/drawing/2014/main" id="{6DBEFAEC-A9B7-4343-8518-3E347FA5B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456"/>
                  <a:ext cx="1392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3" name="Rectangle 24">
                  <a:extLst>
                    <a:ext uri="{FF2B5EF4-FFF2-40B4-BE49-F238E27FC236}">
                      <a16:creationId xmlns:a16="http://schemas.microsoft.com/office/drawing/2014/main" id="{ACB3F09A-D90D-4A5B-BBA4-A4F2755036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584"/>
                  <a:ext cx="1392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2" name="Group 25">
                <a:extLst>
                  <a:ext uri="{FF2B5EF4-FFF2-40B4-BE49-F238E27FC236}">
                    <a16:creationId xmlns:a16="http://schemas.microsoft.com/office/drawing/2014/main" id="{D0C84A3E-2FB0-449A-8784-FBADA024C4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77" y="2122"/>
                <a:ext cx="576" cy="384"/>
                <a:chOff x="3888" y="2064"/>
                <a:chExt cx="576" cy="384"/>
              </a:xfrm>
            </p:grpSpPr>
            <p:sp>
              <p:nvSpPr>
                <p:cNvPr id="57" name="Rectangle 26">
                  <a:extLst>
                    <a:ext uri="{FF2B5EF4-FFF2-40B4-BE49-F238E27FC236}">
                      <a16:creationId xmlns:a16="http://schemas.microsoft.com/office/drawing/2014/main" id="{97A26C1E-7B57-450A-B212-349E3324E4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064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8" name="Rectangle 27">
                  <a:extLst>
                    <a:ext uri="{FF2B5EF4-FFF2-40B4-BE49-F238E27FC236}">
                      <a16:creationId xmlns:a16="http://schemas.microsoft.com/office/drawing/2014/main" id="{93AACE41-5ADA-4491-898B-5DE1D4F78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189"/>
                  <a:ext cx="576" cy="13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" name="Rectangle 28">
                  <a:extLst>
                    <a:ext uri="{FF2B5EF4-FFF2-40B4-BE49-F238E27FC236}">
                      <a16:creationId xmlns:a16="http://schemas.microsoft.com/office/drawing/2014/main" id="{340CC412-5BF6-4BC1-9257-F5AA322A54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320"/>
                  <a:ext cx="576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3" name="Group 29">
                <a:extLst>
                  <a:ext uri="{FF2B5EF4-FFF2-40B4-BE49-F238E27FC236}">
                    <a16:creationId xmlns:a16="http://schemas.microsoft.com/office/drawing/2014/main" id="{259B7AF9-9D1D-4BF3-87DF-FCA371448D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7" y="2465"/>
                <a:ext cx="1392" cy="384"/>
                <a:chOff x="1536" y="2736"/>
                <a:chExt cx="1392" cy="384"/>
              </a:xfrm>
            </p:grpSpPr>
            <p:sp>
              <p:nvSpPr>
                <p:cNvPr id="54" name="Rectangle 30">
                  <a:extLst>
                    <a:ext uri="{FF2B5EF4-FFF2-40B4-BE49-F238E27FC236}">
                      <a16:creationId xmlns:a16="http://schemas.microsoft.com/office/drawing/2014/main" id="{C6DBCF71-2DD1-4F39-A449-0251B68D94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736"/>
                  <a:ext cx="1392" cy="128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" name="Rectangle 31">
                  <a:extLst>
                    <a:ext uri="{FF2B5EF4-FFF2-40B4-BE49-F238E27FC236}">
                      <a16:creationId xmlns:a16="http://schemas.microsoft.com/office/drawing/2014/main" id="{5EC1F2CF-7F54-4649-92CE-4BAC3F8D2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864"/>
                  <a:ext cx="1392" cy="131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6" name="Rectangle 32">
                  <a:extLst>
                    <a:ext uri="{FF2B5EF4-FFF2-40B4-BE49-F238E27FC236}">
                      <a16:creationId xmlns:a16="http://schemas.microsoft.com/office/drawing/2014/main" id="{1C2F0DE7-AD1E-4CF1-9820-109E794E11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992"/>
                  <a:ext cx="1392" cy="128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Rectangle 33">
                <a:extLst>
                  <a:ext uri="{FF2B5EF4-FFF2-40B4-BE49-F238E27FC236}">
                    <a16:creationId xmlns:a16="http://schemas.microsoft.com/office/drawing/2014/main" id="{E69645A8-AC7F-4362-BC3C-8A6A1736A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465"/>
                <a:ext cx="480" cy="38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Rectangle 34">
                <a:extLst>
                  <a:ext uri="{FF2B5EF4-FFF2-40B4-BE49-F238E27FC236}">
                    <a16:creationId xmlns:a16="http://schemas.microsoft.com/office/drawing/2014/main" id="{00C986E4-4D8F-4DE2-BFD0-89F3F32BE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7" y="3185"/>
                <a:ext cx="672" cy="19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FP adders</a:t>
                </a:r>
              </a:p>
            </p:txBody>
          </p:sp>
          <p:sp>
            <p:nvSpPr>
              <p:cNvPr id="16" name="Text Box 35">
                <a:extLst>
                  <a:ext uri="{FF2B5EF4-FFF2-40B4-BE49-F238E27FC236}">
                    <a16:creationId xmlns:a16="http://schemas.microsoft.com/office/drawing/2014/main" id="{5B0270B7-5DE9-4E15-BB0F-A60ABFF52E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9" y="2401"/>
                <a:ext cx="380" cy="4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Add1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Add2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Add3</a:t>
                </a:r>
              </a:p>
            </p:txBody>
          </p:sp>
          <p:grpSp>
            <p:nvGrpSpPr>
              <p:cNvPr id="17" name="Group 36">
                <a:extLst>
                  <a:ext uri="{FF2B5EF4-FFF2-40B4-BE49-F238E27FC236}">
                    <a16:creationId xmlns:a16="http://schemas.microsoft.com/office/drawing/2014/main" id="{BBCFACEF-1C6C-4191-B41D-65F19968FB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4" y="2561"/>
                <a:ext cx="1392" cy="240"/>
                <a:chOff x="3312" y="2688"/>
                <a:chExt cx="1392" cy="256"/>
              </a:xfrm>
            </p:grpSpPr>
            <p:sp>
              <p:nvSpPr>
                <p:cNvPr id="52" name="Rectangle 37">
                  <a:extLst>
                    <a:ext uri="{FF2B5EF4-FFF2-40B4-BE49-F238E27FC236}">
                      <a16:creationId xmlns:a16="http://schemas.microsoft.com/office/drawing/2014/main" id="{4F436543-0DCB-44C3-B547-5B444F81EC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688"/>
                  <a:ext cx="1392" cy="128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3" name="Rectangle 38">
                  <a:extLst>
                    <a:ext uri="{FF2B5EF4-FFF2-40B4-BE49-F238E27FC236}">
                      <a16:creationId xmlns:a16="http://schemas.microsoft.com/office/drawing/2014/main" id="{7064D481-A068-4050-8A90-EECD293399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817"/>
                  <a:ext cx="1392" cy="127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8" name="Rectangle 39">
                <a:extLst>
                  <a:ext uri="{FF2B5EF4-FFF2-40B4-BE49-F238E27FC236}">
                    <a16:creationId xmlns:a16="http://schemas.microsoft.com/office/drawing/2014/main" id="{CAC1616D-7E88-46D9-9F38-242DD97B1A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6" y="2561"/>
                <a:ext cx="480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40">
                <a:extLst>
                  <a:ext uri="{FF2B5EF4-FFF2-40B4-BE49-F238E27FC236}">
                    <a16:creationId xmlns:a16="http://schemas.microsoft.com/office/drawing/2014/main" id="{9211A7CF-75BC-48C0-BE99-2A8DE3E65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2" y="3185"/>
                <a:ext cx="912" cy="19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FP multipliers</a:t>
                </a:r>
              </a:p>
            </p:txBody>
          </p:sp>
          <p:sp>
            <p:nvSpPr>
              <p:cNvPr id="20" name="Text Box 41">
                <a:extLst>
                  <a:ext uri="{FF2B5EF4-FFF2-40B4-BE49-F238E27FC236}">
                    <a16:creationId xmlns:a16="http://schemas.microsoft.com/office/drawing/2014/main" id="{C78C1B02-9EDE-49F2-BDEB-65F024F991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" y="2543"/>
                <a:ext cx="392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Mult1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Mult2</a:t>
                </a:r>
              </a:p>
            </p:txBody>
          </p:sp>
          <p:sp>
            <p:nvSpPr>
              <p:cNvPr id="21" name="Line 42">
                <a:extLst>
                  <a:ext uri="{FF2B5EF4-FFF2-40B4-BE49-F238E27FC236}">
                    <a16:creationId xmlns:a16="http://schemas.microsoft.com/office/drawing/2014/main" id="{70E5C20E-323A-4CA4-993E-5BEE4A455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8" y="2849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43">
                <a:extLst>
                  <a:ext uri="{FF2B5EF4-FFF2-40B4-BE49-F238E27FC236}">
                    <a16:creationId xmlns:a16="http://schemas.microsoft.com/office/drawing/2014/main" id="{D898139D-495A-4748-9F0D-80A91FB32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0" y="2849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44">
                <a:extLst>
                  <a:ext uri="{FF2B5EF4-FFF2-40B4-BE49-F238E27FC236}">
                    <a16:creationId xmlns:a16="http://schemas.microsoft.com/office/drawing/2014/main" id="{DDF25ECD-3DE5-4623-B32D-238650D0F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6" y="2801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45">
                <a:extLst>
                  <a:ext uri="{FF2B5EF4-FFF2-40B4-BE49-F238E27FC236}">
                    <a16:creationId xmlns:a16="http://schemas.microsoft.com/office/drawing/2014/main" id="{0F03A200-C726-464E-886F-24E99968B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2" y="2801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Freeform 46">
                <a:extLst>
                  <a:ext uri="{FF2B5EF4-FFF2-40B4-BE49-F238E27FC236}">
                    <a16:creationId xmlns:a16="http://schemas.microsoft.com/office/drawing/2014/main" id="{890C369B-8EE6-44B7-A591-0444E2149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4" y="1553"/>
                <a:ext cx="1248" cy="912"/>
              </a:xfrm>
              <a:custGeom>
                <a:avLst/>
                <a:gdLst>
                  <a:gd name="T0" fmla="*/ 1248 w 1248"/>
                  <a:gd name="T1" fmla="*/ 0 h 912"/>
                  <a:gd name="T2" fmla="*/ 1248 w 1248"/>
                  <a:gd name="T3" fmla="*/ 672 h 912"/>
                  <a:gd name="T4" fmla="*/ 0 w 1248"/>
                  <a:gd name="T5" fmla="*/ 672 h 912"/>
                  <a:gd name="T6" fmla="*/ 0 w 1248"/>
                  <a:gd name="T7" fmla="*/ 912 h 9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8"/>
                  <a:gd name="T13" fmla="*/ 0 h 912"/>
                  <a:gd name="T14" fmla="*/ 1248 w 1248"/>
                  <a:gd name="T15" fmla="*/ 912 h 9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8" h="912">
                    <a:moveTo>
                      <a:pt x="1248" y="0"/>
                    </a:moveTo>
                    <a:lnTo>
                      <a:pt x="1248" y="672"/>
                    </a:lnTo>
                    <a:lnTo>
                      <a:pt x="0" y="672"/>
                    </a:lnTo>
                    <a:lnTo>
                      <a:pt x="0" y="912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Freeform 47">
                <a:extLst>
                  <a:ext uri="{FF2B5EF4-FFF2-40B4-BE49-F238E27FC236}">
                    <a16:creationId xmlns:a16="http://schemas.microsoft.com/office/drawing/2014/main" id="{3F2A291C-9822-4F37-9FDA-C93E6B2E2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2" y="2225"/>
                <a:ext cx="768" cy="336"/>
              </a:xfrm>
              <a:custGeom>
                <a:avLst/>
                <a:gdLst>
                  <a:gd name="T0" fmla="*/ 0 w 768"/>
                  <a:gd name="T1" fmla="*/ 0 h 336"/>
                  <a:gd name="T2" fmla="*/ 768 w 768"/>
                  <a:gd name="T3" fmla="*/ 0 h 336"/>
                  <a:gd name="T4" fmla="*/ 768 w 768"/>
                  <a:gd name="T5" fmla="*/ 336 h 336"/>
                  <a:gd name="T6" fmla="*/ 0 60000 65536"/>
                  <a:gd name="T7" fmla="*/ 0 60000 65536"/>
                  <a:gd name="T8" fmla="*/ 0 60000 65536"/>
                  <a:gd name="T9" fmla="*/ 0 w 768"/>
                  <a:gd name="T10" fmla="*/ 0 h 336"/>
                  <a:gd name="T11" fmla="*/ 768 w 768"/>
                  <a:gd name="T12" fmla="*/ 336 h 3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68" h="336">
                    <a:moveTo>
                      <a:pt x="0" y="0"/>
                    </a:moveTo>
                    <a:lnTo>
                      <a:pt x="768" y="0"/>
                    </a:lnTo>
                    <a:lnTo>
                      <a:pt x="768" y="336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Freeform 48">
                <a:extLst>
                  <a:ext uri="{FF2B5EF4-FFF2-40B4-BE49-F238E27FC236}">
                    <a16:creationId xmlns:a16="http://schemas.microsoft.com/office/drawing/2014/main" id="{687E85B3-ABAA-459C-8533-C75827541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0" y="1457"/>
                <a:ext cx="1968" cy="1008"/>
              </a:xfrm>
              <a:custGeom>
                <a:avLst/>
                <a:gdLst>
                  <a:gd name="T0" fmla="*/ 1968 w 1968"/>
                  <a:gd name="T1" fmla="*/ 0 h 1008"/>
                  <a:gd name="T2" fmla="*/ 1968 w 1968"/>
                  <a:gd name="T3" fmla="*/ 528 h 1008"/>
                  <a:gd name="T4" fmla="*/ 0 w 1968"/>
                  <a:gd name="T5" fmla="*/ 528 h 1008"/>
                  <a:gd name="T6" fmla="*/ 0 w 1968"/>
                  <a:gd name="T7" fmla="*/ 1008 h 10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68"/>
                  <a:gd name="T13" fmla="*/ 0 h 1008"/>
                  <a:gd name="T14" fmla="*/ 1968 w 1968"/>
                  <a:gd name="T15" fmla="*/ 1008 h 10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68" h="1008">
                    <a:moveTo>
                      <a:pt x="1968" y="0"/>
                    </a:moveTo>
                    <a:lnTo>
                      <a:pt x="1968" y="528"/>
                    </a:lnTo>
                    <a:lnTo>
                      <a:pt x="0" y="528"/>
                    </a:lnTo>
                    <a:lnTo>
                      <a:pt x="0" y="100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49">
                <a:extLst>
                  <a:ext uri="{FF2B5EF4-FFF2-40B4-BE49-F238E27FC236}">
                    <a16:creationId xmlns:a16="http://schemas.microsoft.com/office/drawing/2014/main" id="{54A473D9-CD34-4941-AE36-15D0D6A6B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8" y="1985"/>
                <a:ext cx="1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50">
                <a:extLst>
                  <a:ext uri="{FF2B5EF4-FFF2-40B4-BE49-F238E27FC236}">
                    <a16:creationId xmlns:a16="http://schemas.microsoft.com/office/drawing/2014/main" id="{CA6ADFDA-7F94-4C0F-8985-60B146299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457"/>
                <a:ext cx="0" cy="11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51">
                <a:extLst>
                  <a:ext uri="{FF2B5EF4-FFF2-40B4-BE49-F238E27FC236}">
                    <a16:creationId xmlns:a16="http://schemas.microsoft.com/office/drawing/2014/main" id="{911379AE-FBB8-4949-A636-A7C35E218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4" y="2064"/>
                <a:ext cx="1920" cy="384"/>
              </a:xfrm>
              <a:custGeom>
                <a:avLst/>
                <a:gdLst>
                  <a:gd name="T0" fmla="*/ 1920 w 1920"/>
                  <a:gd name="T1" fmla="*/ 0 h 384"/>
                  <a:gd name="T2" fmla="*/ 0 w 1920"/>
                  <a:gd name="T3" fmla="*/ 0 h 384"/>
                  <a:gd name="T4" fmla="*/ 0 w 192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1920"/>
                  <a:gd name="T10" fmla="*/ 0 h 384"/>
                  <a:gd name="T11" fmla="*/ 1920 w 192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0" h="384">
                    <a:moveTo>
                      <a:pt x="1920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Freeform 52">
                <a:extLst>
                  <a:ext uri="{FF2B5EF4-FFF2-40B4-BE49-F238E27FC236}">
                    <a16:creationId xmlns:a16="http://schemas.microsoft.com/office/drawing/2014/main" id="{568F11A3-F1C1-44C0-9955-B0E79C389B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1786"/>
                <a:ext cx="1104" cy="336"/>
              </a:xfrm>
              <a:custGeom>
                <a:avLst/>
                <a:gdLst>
                  <a:gd name="T0" fmla="*/ 0 w 1008"/>
                  <a:gd name="T1" fmla="*/ 0 h 144"/>
                  <a:gd name="T2" fmla="*/ 2741 w 1008"/>
                  <a:gd name="T3" fmla="*/ 0 h 144"/>
                  <a:gd name="T4" fmla="*/ 2741 w 1008"/>
                  <a:gd name="T5" fmla="*/ 1607249 h 144"/>
                  <a:gd name="T6" fmla="*/ 0 60000 65536"/>
                  <a:gd name="T7" fmla="*/ 0 60000 65536"/>
                  <a:gd name="T8" fmla="*/ 0 60000 65536"/>
                  <a:gd name="T9" fmla="*/ 0 w 1008"/>
                  <a:gd name="T10" fmla="*/ 0 h 144"/>
                  <a:gd name="T11" fmla="*/ 1008 w 1008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8" h="144">
                    <a:moveTo>
                      <a:pt x="0" y="0"/>
                    </a:moveTo>
                    <a:lnTo>
                      <a:pt x="1008" y="0"/>
                    </a:lnTo>
                    <a:lnTo>
                      <a:pt x="1008" y="14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53">
                <a:extLst>
                  <a:ext uri="{FF2B5EF4-FFF2-40B4-BE49-F238E27FC236}">
                    <a16:creationId xmlns:a16="http://schemas.microsoft.com/office/drawing/2014/main" id="{883DBF67-7FA9-41D2-8970-4CF277FC70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5" y="250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Text Box 54">
                <a:extLst>
                  <a:ext uri="{FF2B5EF4-FFF2-40B4-BE49-F238E27FC236}">
                    <a16:creationId xmlns:a16="http://schemas.microsoft.com/office/drawing/2014/main" id="{CBEF68ED-0BE4-43E9-9FE4-150DDB244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" y="770"/>
                <a:ext cx="842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From Mem</a:t>
                </a:r>
              </a:p>
            </p:txBody>
          </p:sp>
          <p:sp>
            <p:nvSpPr>
              <p:cNvPr id="34" name="Text Box 55">
                <a:extLst>
                  <a:ext uri="{FF2B5EF4-FFF2-40B4-BE49-F238E27FC236}">
                    <a16:creationId xmlns:a16="http://schemas.microsoft.com/office/drawing/2014/main" id="{5226C59B-093B-4A79-B925-FB8778F56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0" y="722"/>
                <a:ext cx="989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FP Registers</a:t>
                </a:r>
              </a:p>
            </p:txBody>
          </p:sp>
          <p:sp>
            <p:nvSpPr>
              <p:cNvPr id="35" name="Text Box 56">
                <a:extLst>
                  <a:ext uri="{FF2B5EF4-FFF2-40B4-BE49-F238E27FC236}">
                    <a16:creationId xmlns:a16="http://schemas.microsoft.com/office/drawing/2014/main" id="{C04469A2-6183-41F9-BA6C-EA39D7EAA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0" y="2849"/>
                <a:ext cx="932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Reservation 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Stations</a:t>
                </a:r>
              </a:p>
            </p:txBody>
          </p:sp>
          <p:sp>
            <p:nvSpPr>
              <p:cNvPr id="36" name="Line 57">
                <a:extLst>
                  <a:ext uri="{FF2B5EF4-FFF2-40B4-BE49-F238E27FC236}">
                    <a16:creationId xmlns:a16="http://schemas.microsoft.com/office/drawing/2014/main" id="{F79FE2C6-067A-4361-89F7-949140F4B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3" y="2842"/>
                <a:ext cx="0" cy="76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7" name="Group 58">
                <a:extLst>
                  <a:ext uri="{FF2B5EF4-FFF2-40B4-BE49-F238E27FC236}">
                    <a16:creationId xmlns:a16="http://schemas.microsoft.com/office/drawing/2014/main" id="{D08B4269-D2BB-4D4E-A7A2-D935D9BB68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3" y="1162"/>
                <a:ext cx="5235" cy="2640"/>
                <a:chOff x="453" y="1162"/>
                <a:chExt cx="5235" cy="2640"/>
              </a:xfrm>
            </p:grpSpPr>
            <p:sp>
              <p:nvSpPr>
                <p:cNvPr id="44" name="Line 59">
                  <a:extLst>
                    <a:ext uri="{FF2B5EF4-FFF2-40B4-BE49-F238E27FC236}">
                      <a16:creationId xmlns:a16="http://schemas.microsoft.com/office/drawing/2014/main" id="{7F4D2B46-5981-4A73-933F-7BFC9E473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" y="3802"/>
                  <a:ext cx="5235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Line 60">
                  <a:extLst>
                    <a:ext uri="{FF2B5EF4-FFF2-40B4-BE49-F238E27FC236}">
                      <a16:creationId xmlns:a16="http://schemas.microsoft.com/office/drawing/2014/main" id="{8E7B3E33-6381-4C95-8B52-05825F5668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53" y="2314"/>
                  <a:ext cx="240" cy="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61">
                  <a:extLst>
                    <a:ext uri="{FF2B5EF4-FFF2-40B4-BE49-F238E27FC236}">
                      <a16:creationId xmlns:a16="http://schemas.microsoft.com/office/drawing/2014/main" id="{69E89F3F-2C39-4844-829D-B8BF783E6E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3" y="1162"/>
                  <a:ext cx="960" cy="2640"/>
                </a:xfrm>
                <a:custGeom>
                  <a:avLst/>
                  <a:gdLst>
                    <a:gd name="T0" fmla="*/ 960 w 960"/>
                    <a:gd name="T1" fmla="*/ 5618 h 2448"/>
                    <a:gd name="T2" fmla="*/ 960 w 960"/>
                    <a:gd name="T3" fmla="*/ 0 h 2448"/>
                    <a:gd name="T4" fmla="*/ 0 w 960"/>
                    <a:gd name="T5" fmla="*/ 0 h 2448"/>
                    <a:gd name="T6" fmla="*/ 0 60000 65536"/>
                    <a:gd name="T7" fmla="*/ 0 60000 65536"/>
                    <a:gd name="T8" fmla="*/ 0 60000 65536"/>
                    <a:gd name="T9" fmla="*/ 0 w 960"/>
                    <a:gd name="T10" fmla="*/ 0 h 2448"/>
                    <a:gd name="T11" fmla="*/ 960 w 960"/>
                    <a:gd name="T12" fmla="*/ 2448 h 244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60" h="2448">
                      <a:moveTo>
                        <a:pt x="960" y="2448"/>
                      </a:moveTo>
                      <a:lnTo>
                        <a:pt x="96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62">
                  <a:extLst>
                    <a:ext uri="{FF2B5EF4-FFF2-40B4-BE49-F238E27FC236}">
                      <a16:creationId xmlns:a16="http://schemas.microsoft.com/office/drawing/2014/main" id="{DF3F2DE3-6719-4261-A48F-00C3AF190F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97" y="2170"/>
                  <a:ext cx="0" cy="1632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Line 63">
                  <a:extLst>
                    <a:ext uri="{FF2B5EF4-FFF2-40B4-BE49-F238E27FC236}">
                      <a16:creationId xmlns:a16="http://schemas.microsoft.com/office/drawing/2014/main" id="{77E09A47-F8BC-4CF6-8495-A64FE869D1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7" y="3370"/>
                  <a:ext cx="0" cy="432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64">
                  <a:extLst>
                    <a:ext uri="{FF2B5EF4-FFF2-40B4-BE49-F238E27FC236}">
                      <a16:creationId xmlns:a16="http://schemas.microsoft.com/office/drawing/2014/main" id="{1ACC8C4D-1F80-4207-A374-7E19AE823C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53" y="3370"/>
                  <a:ext cx="0" cy="432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65">
                  <a:extLst>
                    <a:ext uri="{FF2B5EF4-FFF2-40B4-BE49-F238E27FC236}">
                      <a16:creationId xmlns:a16="http://schemas.microsoft.com/office/drawing/2014/main" id="{FCDD345D-E609-4043-B201-3CD8F3A83E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33" y="2842"/>
                  <a:ext cx="0" cy="960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66">
                  <a:extLst>
                    <a:ext uri="{FF2B5EF4-FFF2-40B4-BE49-F238E27FC236}">
                      <a16:creationId xmlns:a16="http://schemas.microsoft.com/office/drawing/2014/main" id="{E6EFBAB7-2B93-4AF8-87BE-7206F564D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45" y="2794"/>
                  <a:ext cx="0" cy="1008"/>
                </a:xfrm>
                <a:prstGeom prst="line">
                  <a:avLst/>
                </a:prstGeom>
                <a:noFill/>
                <a:ln w="571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Text Box 67">
                <a:extLst>
                  <a:ext uri="{FF2B5EF4-FFF2-40B4-BE49-F238E27FC236}">
                    <a16:creationId xmlns:a16="http://schemas.microsoft.com/office/drawing/2014/main" id="{AD883FD1-A95F-40F2-A011-9DAACB6208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1" y="3889"/>
                <a:ext cx="1800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Common Data Bus (CDB)</a:t>
                </a:r>
              </a:p>
            </p:txBody>
          </p:sp>
          <p:sp>
            <p:nvSpPr>
              <p:cNvPr id="39" name="Text Box 68">
                <a:extLst>
                  <a:ext uri="{FF2B5EF4-FFF2-40B4-BE49-F238E27FC236}">
                    <a16:creationId xmlns:a16="http://schemas.microsoft.com/office/drawing/2014/main" id="{A1BCB01A-CE38-4BB8-B72E-81DD3734AB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6" y="2881"/>
                <a:ext cx="6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To Mem</a:t>
                </a:r>
              </a:p>
            </p:txBody>
          </p:sp>
          <p:sp>
            <p:nvSpPr>
              <p:cNvPr id="40" name="Text Box 69">
                <a:extLst>
                  <a:ext uri="{FF2B5EF4-FFF2-40B4-BE49-F238E27FC236}">
                    <a16:creationId xmlns:a16="http://schemas.microsoft.com/office/drawing/2014/main" id="{5AEFE4EE-6B11-44C0-AA46-10E6EBFC0C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3" y="764"/>
                <a:ext cx="554" cy="4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FP Op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Queue</a:t>
                </a:r>
              </a:p>
            </p:txBody>
          </p:sp>
          <p:sp>
            <p:nvSpPr>
              <p:cNvPr id="41" name="Text Box 70">
                <a:extLst>
                  <a:ext uri="{FF2B5EF4-FFF2-40B4-BE49-F238E27FC236}">
                    <a16:creationId xmlns:a16="http://schemas.microsoft.com/office/drawing/2014/main" id="{A6734D91-3092-46F7-BF89-CD48DB497D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7" y="1105"/>
                <a:ext cx="93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Load Buffers</a:t>
                </a:r>
              </a:p>
            </p:txBody>
          </p:sp>
          <p:sp>
            <p:nvSpPr>
              <p:cNvPr id="42" name="Text Box 71">
                <a:extLst>
                  <a:ext uri="{FF2B5EF4-FFF2-40B4-BE49-F238E27FC236}">
                    <a16:creationId xmlns:a16="http://schemas.microsoft.com/office/drawing/2014/main" id="{88ECEEC0-5300-4D31-8682-87E2688B8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0" y="1865"/>
                <a:ext cx="574" cy="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Store 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Buffers</a:t>
                </a:r>
              </a:p>
            </p:txBody>
          </p:sp>
          <p:sp>
            <p:nvSpPr>
              <p:cNvPr id="43" name="Text Box 72">
                <a:extLst>
                  <a:ext uri="{FF2B5EF4-FFF2-40B4-BE49-F238E27FC236}">
                    <a16:creationId xmlns:a16="http://schemas.microsoft.com/office/drawing/2014/main" id="{9A97440C-9092-4CFA-806F-AE46F07E81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" y="1363"/>
                <a:ext cx="433" cy="8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Load1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Load2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Load3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Load4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Load5</a:t>
                </a:r>
              </a:p>
              <a:p>
                <a:pPr algn="ctr" eaLnBrk="1" hangingPunct="1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Arial" panose="020B0604020202020204" pitchFamily="34" charset="0"/>
                  </a:rPr>
                  <a:t>Load6</a:t>
                </a:r>
              </a:p>
            </p:txBody>
          </p:sp>
        </p:grpSp>
        <p:sp>
          <p:nvSpPr>
            <p:cNvPr id="6" name="Text Box 73">
              <a:extLst>
                <a:ext uri="{FF2B5EF4-FFF2-40B4-BE49-F238E27FC236}">
                  <a16:creationId xmlns:a16="http://schemas.microsoft.com/office/drawing/2014/main" id="{2C00D42F-6A6D-42AE-B105-BE948226B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576"/>
              <a:ext cx="13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From Intruction unit</a:t>
              </a:r>
            </a:p>
          </p:txBody>
        </p:sp>
        <p:sp>
          <p:nvSpPr>
            <p:cNvPr id="7" name="Line 74">
              <a:extLst>
                <a:ext uri="{FF2B5EF4-FFF2-40B4-BE49-F238E27FC236}">
                  <a16:creationId xmlns:a16="http://schemas.microsoft.com/office/drawing/2014/main" id="{738B4C06-7DBD-43B5-982B-1AA780625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768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73136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05C478-FB35-4060-A38C-2B77741B9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Reorder Buffer </a:t>
            </a:r>
            <a:r>
              <a:rPr lang="en-US" altLang="zh-CN" dirty="0"/>
              <a:t>is added</a:t>
            </a:r>
          </a:p>
          <a:p>
            <a:r>
              <a:rPr lang="en-US" altLang="zh-CN" dirty="0"/>
              <a:t>Eliminate store buffer (Mem write is ordered in Reorder buffer) </a:t>
            </a:r>
          </a:p>
          <a:p>
            <a:r>
              <a:rPr lang="en-US" altLang="zh-CN" b="1" dirty="0"/>
              <a:t>Register renaming is done via reorder buffer</a:t>
            </a:r>
            <a:r>
              <a:rPr lang="en-US" altLang="zh-CN" dirty="0"/>
              <a:t> instead of reservation station</a:t>
            </a:r>
          </a:p>
          <a:p>
            <a:r>
              <a:rPr lang="en-US" altLang="zh-CN" dirty="0"/>
              <a:t>Reservation only for storing opcodes and operands during the instruction flying between issue and execution.</a:t>
            </a:r>
          </a:p>
          <a:p>
            <a:r>
              <a:rPr lang="en-US" altLang="zh-CN" dirty="0"/>
              <a:t>ROB hold the instruction results and supply operands in the interval between completion of instruction execution and instruction commit.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D85969F-C5A1-4619-9584-60226723E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Difference from </a:t>
            </a:r>
            <a:r>
              <a:rPr lang="en-US" altLang="zh-CN" dirty="0" err="1"/>
              <a:t>Tomasulo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121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193C3D8-712E-4CE9-98E2-94D438764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Instruction type</a:t>
            </a:r>
          </a:p>
          <a:p>
            <a:r>
              <a:rPr lang="en-US" altLang="zh-CN" dirty="0"/>
              <a:t>Destination field</a:t>
            </a:r>
          </a:p>
          <a:p>
            <a:r>
              <a:rPr lang="en-US" altLang="zh-CN" dirty="0"/>
              <a:t>Value field</a:t>
            </a:r>
          </a:p>
          <a:p>
            <a:r>
              <a:rPr lang="en-US" altLang="zh-CN" dirty="0"/>
              <a:t>Ready field</a:t>
            </a:r>
          </a:p>
          <a:p>
            <a:r>
              <a:rPr lang="en-US" altLang="zh-CN" dirty="0"/>
              <a:t>Exception vector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1B47279-9FC8-4613-B2F0-97A21F43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Entry of ROB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142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378B91D-D5F2-4F17-971A-606232A8C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313656"/>
            <a:ext cx="10221216" cy="4419600"/>
          </a:xfrm>
        </p:spPr>
        <p:txBody>
          <a:bodyPr/>
          <a:lstStyle/>
          <a:p>
            <a:r>
              <a:rPr lang="en-US" altLang="zh-CN" sz="2000" b="1" dirty="0"/>
              <a:t>Issue</a:t>
            </a:r>
            <a:r>
              <a:rPr lang="en-US" altLang="zh-CN" sz="2000" dirty="0"/>
              <a:t>—get instruction from FP Op Queue</a:t>
            </a:r>
          </a:p>
          <a:p>
            <a:pPr lvl="1"/>
            <a:r>
              <a:rPr lang="en-US" altLang="zh-CN" sz="1800" dirty="0"/>
              <a:t>If reservation station </a:t>
            </a:r>
            <a:r>
              <a:rPr lang="en-US" altLang="zh-CN" sz="1800" b="1" dirty="0"/>
              <a:t>and reorder buffer slot </a:t>
            </a:r>
            <a:r>
              <a:rPr lang="en-US" altLang="zh-CN" sz="1800" dirty="0"/>
              <a:t>free, issue </a:t>
            </a:r>
            <a:r>
              <a:rPr lang="en-US" altLang="zh-CN" sz="1800" dirty="0" err="1"/>
              <a:t>instr</a:t>
            </a:r>
            <a:r>
              <a:rPr lang="en-US" altLang="zh-CN" sz="1800" dirty="0"/>
              <a:t> &amp; send operands </a:t>
            </a:r>
            <a:r>
              <a:rPr lang="en-US" altLang="zh-CN" sz="1800" b="1" dirty="0"/>
              <a:t>&amp; reorder buffer no. for destination </a:t>
            </a:r>
            <a:r>
              <a:rPr lang="en-US" altLang="zh-CN" sz="1800" dirty="0"/>
              <a:t>(this stage sometimes called “</a:t>
            </a:r>
            <a:r>
              <a:rPr lang="en-US" altLang="zh-CN" sz="1800" b="1" dirty="0"/>
              <a:t>dispatch</a:t>
            </a:r>
            <a:r>
              <a:rPr lang="en-US" altLang="zh-CN" sz="1800" dirty="0"/>
              <a:t>”) , update control entries “in use”.</a:t>
            </a:r>
          </a:p>
          <a:p>
            <a:r>
              <a:rPr lang="en-US" altLang="zh-CN" sz="2000" b="1" dirty="0"/>
              <a:t>Execution</a:t>
            </a:r>
            <a:r>
              <a:rPr lang="en-US" altLang="zh-CN" sz="2000" dirty="0"/>
              <a:t>—operate on operands (EX)</a:t>
            </a:r>
          </a:p>
          <a:p>
            <a:pPr lvl="1"/>
            <a:r>
              <a:rPr lang="en-US" altLang="zh-CN" sz="1800" dirty="0"/>
              <a:t>When both operands ready then execute; if not ready, watch CDB for result; when both in reservation station, execute; </a:t>
            </a:r>
            <a:r>
              <a:rPr lang="en-US" altLang="zh-CN" sz="1800" b="1" dirty="0"/>
              <a:t>checks RAW</a:t>
            </a:r>
          </a:p>
          <a:p>
            <a:r>
              <a:rPr lang="en-US" altLang="zh-CN" sz="2000" b="1" dirty="0"/>
              <a:t>Write result</a:t>
            </a:r>
            <a:r>
              <a:rPr lang="en-US" altLang="zh-CN" sz="2000" dirty="0"/>
              <a:t>—finish execution (WB)</a:t>
            </a:r>
          </a:p>
          <a:p>
            <a:pPr lvl="1"/>
            <a:r>
              <a:rPr lang="en-US" altLang="zh-CN" sz="1800" dirty="0"/>
              <a:t>Write on Common Data Bus to all awaiting FUs </a:t>
            </a:r>
            <a:br>
              <a:rPr lang="en-US" altLang="zh-CN" sz="1800" dirty="0"/>
            </a:br>
            <a:r>
              <a:rPr lang="en-US" altLang="zh-CN" sz="1800" b="1" dirty="0"/>
              <a:t>&amp; reorder buffer</a:t>
            </a:r>
            <a:r>
              <a:rPr lang="en-US" altLang="zh-CN" sz="1800" dirty="0"/>
              <a:t>; mark the reservation station available.</a:t>
            </a:r>
          </a:p>
          <a:p>
            <a:r>
              <a:rPr lang="en-US" altLang="zh-CN" sz="2000" b="1" dirty="0"/>
              <a:t>Commit</a:t>
            </a:r>
            <a:r>
              <a:rPr lang="en-US" altLang="zh-CN" sz="2000" dirty="0"/>
              <a:t>—update register with reorder result</a:t>
            </a:r>
          </a:p>
          <a:p>
            <a:pPr lvl="1"/>
            <a:r>
              <a:rPr lang="en-US" altLang="zh-CN" sz="1800" dirty="0"/>
              <a:t>When instruction at head of reorder buffer &amp; result present, update register with result (or store to memory) and remove </a:t>
            </a:r>
            <a:r>
              <a:rPr lang="en-US" altLang="zh-CN" sz="1800" dirty="0" err="1"/>
              <a:t>instr</a:t>
            </a:r>
            <a:r>
              <a:rPr lang="en-US" altLang="zh-CN" sz="1800" dirty="0"/>
              <a:t> from reorder buffer. </a:t>
            </a:r>
            <a:r>
              <a:rPr lang="en-US" altLang="zh-CN" sz="1800" b="1" dirty="0" err="1"/>
              <a:t>Mispredicted</a:t>
            </a:r>
            <a:r>
              <a:rPr lang="en-US" altLang="zh-CN" sz="1800" b="1" dirty="0"/>
              <a:t> branch flushes reorder </a:t>
            </a:r>
            <a:r>
              <a:rPr lang="en-US" altLang="zh-CN" sz="1800" dirty="0"/>
              <a:t>buffer (sometimes called “graduation”)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1F8556A-B5F0-4C75-BC5D-CEDD8A47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Steps of Speculative </a:t>
            </a:r>
            <a:r>
              <a:rPr lang="en-US" altLang="zh-CN" dirty="0" err="1"/>
              <a:t>Tomasulo</a:t>
            </a:r>
            <a:r>
              <a:rPr lang="en-US" altLang="zh-CN" dirty="0"/>
              <a:t> Algorithm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2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E77E078-C416-459E-9496-E5BE326D6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When an instruction reaches the head of ROB and its result is present in the buffer, then </a:t>
            </a:r>
          </a:p>
          <a:p>
            <a:r>
              <a:rPr lang="en-US" altLang="zh-CN" b="1" dirty="0"/>
              <a:t>For non-Branch instruction</a:t>
            </a:r>
          </a:p>
          <a:p>
            <a:pPr lvl="1"/>
            <a:r>
              <a:rPr lang="en-US" altLang="zh-CN" dirty="0"/>
              <a:t>Update the register with the result</a:t>
            </a:r>
          </a:p>
          <a:p>
            <a:pPr lvl="1"/>
            <a:r>
              <a:rPr lang="en-US" altLang="zh-CN" dirty="0"/>
              <a:t>Remove the instruction from ROB</a:t>
            </a:r>
          </a:p>
          <a:p>
            <a:pPr lvl="1"/>
            <a:r>
              <a:rPr lang="en-US" altLang="zh-CN" dirty="0"/>
              <a:t>When it’s a STORE, update the memory instead of Reg.</a:t>
            </a:r>
          </a:p>
          <a:p>
            <a:r>
              <a:rPr lang="en-US" altLang="zh-CN" b="1" dirty="0"/>
              <a:t>For a </a:t>
            </a:r>
            <a:r>
              <a:rPr lang="en-US" altLang="zh-CN" b="1" dirty="0" err="1"/>
              <a:t>mispredicted</a:t>
            </a:r>
            <a:r>
              <a:rPr lang="en-US" altLang="zh-CN" b="1" dirty="0"/>
              <a:t> branch </a:t>
            </a:r>
          </a:p>
          <a:p>
            <a:pPr lvl="1"/>
            <a:r>
              <a:rPr lang="en-US" altLang="zh-CN" dirty="0"/>
              <a:t>ROB is flushed and execution is restarted at the correct successor of the branch</a:t>
            </a:r>
          </a:p>
          <a:p>
            <a:r>
              <a:rPr lang="en-US" altLang="zh-CN" b="1" dirty="0"/>
              <a:t>For a right-predicted branch</a:t>
            </a:r>
          </a:p>
          <a:p>
            <a:pPr lvl="1"/>
            <a:r>
              <a:rPr lang="en-US" altLang="zh-CN" dirty="0"/>
              <a:t>End of branch instruction.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BD4973A-2715-474D-94A8-238D8F17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to do when commit 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254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32BC1C-5F01-4056-AF96-E736076A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clock cycles for pipelined memory access</a:t>
            </a:r>
          </a:p>
        </p:txBody>
      </p:sp>
      <p:sp>
        <p:nvSpPr>
          <p:cNvPr id="5" name="Text Box 89">
            <a:extLst>
              <a:ext uri="{FF2B5EF4-FFF2-40B4-BE49-F238E27FC236}">
                <a16:creationId xmlns:a16="http://schemas.microsoft.com/office/drawing/2014/main" id="{92A12B1E-592C-4592-9E52-AB8905EE6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773238"/>
            <a:ext cx="2052638" cy="2246312"/>
          </a:xfrm>
          <a:prstGeom prst="rect">
            <a:avLst/>
          </a:prstGeom>
          <a:solidFill>
            <a:srgbClr val="CCFFFF"/>
          </a:solidFill>
          <a:ln w="25400" algn="ctr">
            <a:solidFill>
              <a:srgbClr val="3333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</a:rPr>
              <a:t>LD F6,34(R2)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</a:rPr>
              <a:t>LD F2,45(R3)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</a:rPr>
              <a:t>MULD F0,F2,F4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</a:rPr>
              <a:t>SUBD F8,F2,F6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</a:rPr>
              <a:t>DIVD F10,F0,F6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</a:rPr>
              <a:t>ADDD F6,F8,F2</a:t>
            </a:r>
          </a:p>
        </p:txBody>
      </p:sp>
      <p:sp>
        <p:nvSpPr>
          <p:cNvPr id="7" name="Text Box 93">
            <a:extLst>
              <a:ext uri="{FF2B5EF4-FFF2-40B4-BE49-F238E27FC236}">
                <a16:creationId xmlns:a16="http://schemas.microsoft.com/office/drawing/2014/main" id="{0FCFAFAF-992D-4DB6-BC0A-2CD73F4A4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1" y="2579688"/>
            <a:ext cx="1266825" cy="304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FF3300"/>
                </a:solidFill>
                <a:latin typeface="Arial" panose="020B0604020202020204" pitchFamily="34" charset="0"/>
              </a:rPr>
              <a:t>LD F6,34(R2)</a:t>
            </a:r>
          </a:p>
        </p:txBody>
      </p:sp>
      <p:grpSp>
        <p:nvGrpSpPr>
          <p:cNvPr id="8" name="Group 97">
            <a:extLst>
              <a:ext uri="{FF2B5EF4-FFF2-40B4-BE49-F238E27FC236}">
                <a16:creationId xmlns:a16="http://schemas.microsoft.com/office/drawing/2014/main" id="{EC377D34-602E-4E55-B59C-F9B75AAA2A00}"/>
              </a:ext>
            </a:extLst>
          </p:cNvPr>
          <p:cNvGrpSpPr>
            <a:grpSpLocks/>
          </p:cNvGrpSpPr>
          <p:nvPr/>
        </p:nvGrpSpPr>
        <p:grpSpPr bwMode="auto">
          <a:xfrm>
            <a:off x="1654176" y="609600"/>
            <a:ext cx="9026525" cy="5943600"/>
            <a:chOff x="82" y="384"/>
            <a:chExt cx="5686" cy="3744"/>
          </a:xfrm>
        </p:grpSpPr>
        <p:sp>
          <p:nvSpPr>
            <p:cNvPr id="9" name="Text Box 56">
              <a:extLst>
                <a:ext uri="{FF2B5EF4-FFF2-40B4-BE49-F238E27FC236}">
                  <a16:creationId xmlns:a16="http://schemas.microsoft.com/office/drawing/2014/main" id="{1B17C235-E4AB-45D1-A990-BC21E603E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" y="2698"/>
              <a:ext cx="4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mic Sans MS" panose="030F0702030302020204" pitchFamily="66" charset="0"/>
                </a:rPr>
                <a:t>Dest</a:t>
              </a:r>
            </a:p>
          </p:txBody>
        </p:sp>
        <p:sp>
          <p:nvSpPr>
            <p:cNvPr id="10" name="Text Box 59">
              <a:extLst>
                <a:ext uri="{FF2B5EF4-FFF2-40B4-BE49-F238E27FC236}">
                  <a16:creationId xmlns:a16="http://schemas.microsoft.com/office/drawing/2014/main" id="{640282C3-BD23-4D0A-8D49-D6842A9EE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5" y="1632"/>
              <a:ext cx="57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mic Sans MS" panose="030F0702030302020204" pitchFamily="66" charset="0"/>
                </a:rPr>
                <a:t>Oldest</a:t>
              </a:r>
            </a:p>
          </p:txBody>
        </p:sp>
        <p:sp>
          <p:nvSpPr>
            <p:cNvPr id="11" name="Text Box 60">
              <a:extLst>
                <a:ext uri="{FF2B5EF4-FFF2-40B4-BE49-F238E27FC236}">
                  <a16:creationId xmlns:a16="http://schemas.microsoft.com/office/drawing/2014/main" id="{F2BF246A-071D-4840-BFD4-8E5EA9BD9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624"/>
              <a:ext cx="6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mic Sans MS" panose="030F0702030302020204" pitchFamily="66" charset="0"/>
                </a:rPr>
                <a:t>Newest</a:t>
              </a:r>
            </a:p>
          </p:txBody>
        </p:sp>
        <p:grpSp>
          <p:nvGrpSpPr>
            <p:cNvPr id="12" name="Group 91">
              <a:extLst>
                <a:ext uri="{FF2B5EF4-FFF2-40B4-BE49-F238E27FC236}">
                  <a16:creationId xmlns:a16="http://schemas.microsoft.com/office/drawing/2014/main" id="{FF43AB72-C911-4012-ACC6-A9704DA18B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384"/>
              <a:ext cx="5452" cy="3744"/>
              <a:chOff x="144" y="384"/>
              <a:chExt cx="5452" cy="3744"/>
            </a:xfrm>
          </p:grpSpPr>
          <p:grpSp>
            <p:nvGrpSpPr>
              <p:cNvPr id="16" name="Group 2">
                <a:extLst>
                  <a:ext uri="{FF2B5EF4-FFF2-40B4-BE49-F238E27FC236}">
                    <a16:creationId xmlns:a16="http://schemas.microsoft.com/office/drawing/2014/main" id="{9351470E-482C-4F7A-9BF3-979028CD6C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3024"/>
                <a:ext cx="1584" cy="256"/>
                <a:chOff x="2064" y="2928"/>
                <a:chExt cx="1584" cy="256"/>
              </a:xfrm>
            </p:grpSpPr>
            <p:sp>
              <p:nvSpPr>
                <p:cNvPr id="96" name="Rectangle 3">
                  <a:extLst>
                    <a:ext uri="{FF2B5EF4-FFF2-40B4-BE49-F238E27FC236}">
                      <a16:creationId xmlns:a16="http://schemas.microsoft.com/office/drawing/2014/main" id="{8688B806-1075-4EFD-A53F-23DA77E27D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928"/>
                  <a:ext cx="1584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97" name="Rectangle 4">
                  <a:extLst>
                    <a:ext uri="{FF2B5EF4-FFF2-40B4-BE49-F238E27FC236}">
                      <a16:creationId xmlns:a16="http://schemas.microsoft.com/office/drawing/2014/main" id="{E9BBB02B-F04A-492E-8B42-E9B4E3129A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3056"/>
                  <a:ext cx="1584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" name="Rectangle 5">
                  <a:extLst>
                    <a:ext uri="{FF2B5EF4-FFF2-40B4-BE49-F238E27FC236}">
                      <a16:creationId xmlns:a16="http://schemas.microsoft.com/office/drawing/2014/main" id="{C25DC178-1A2E-4057-968A-470D32FBD4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3" y="2928"/>
                  <a:ext cx="425" cy="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Rectangle 6">
                <a:extLst>
                  <a:ext uri="{FF2B5EF4-FFF2-40B4-BE49-F238E27FC236}">
                    <a16:creationId xmlns:a16="http://schemas.microsoft.com/office/drawing/2014/main" id="{8620EBA0-5357-4136-970D-2D69D9720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928"/>
                <a:ext cx="1632" cy="1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" name="Rectangle 7">
                <a:extLst>
                  <a:ext uri="{FF2B5EF4-FFF2-40B4-BE49-F238E27FC236}">
                    <a16:creationId xmlns:a16="http://schemas.microsoft.com/office/drawing/2014/main" id="{B616A2C3-B7A2-43CB-9A20-B88CBBFDEF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056"/>
                <a:ext cx="1632" cy="1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9" name="Rectangle 8">
                <a:extLst>
                  <a:ext uri="{FF2B5EF4-FFF2-40B4-BE49-F238E27FC236}">
                    <a16:creationId xmlns:a16="http://schemas.microsoft.com/office/drawing/2014/main" id="{A5C3F4BC-AD95-4BE4-A9A0-AFA18AE48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184"/>
                <a:ext cx="1632" cy="1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0" name="Rectangle 9">
                <a:extLst>
                  <a:ext uri="{FF2B5EF4-FFF2-40B4-BE49-F238E27FC236}">
                    <a16:creationId xmlns:a16="http://schemas.microsoft.com/office/drawing/2014/main" id="{29DFA78A-C94F-4C2E-9950-B15B105AF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" y="2928"/>
                <a:ext cx="399" cy="38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" name="Text Box 11">
                <a:extLst>
                  <a:ext uri="{FF2B5EF4-FFF2-40B4-BE49-F238E27FC236}">
                    <a16:creationId xmlns:a16="http://schemas.microsoft.com/office/drawing/2014/main" id="{9AB3B19A-B496-4308-988A-5A7202CCC0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8" y="2354"/>
                <a:ext cx="66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To</a:t>
                </a:r>
              </a:p>
              <a:p>
                <a:pPr algn="ctr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Memory</a:t>
                </a:r>
              </a:p>
            </p:txBody>
          </p:sp>
          <p:sp>
            <p:nvSpPr>
              <p:cNvPr id="22" name="Rectangle 12">
                <a:extLst>
                  <a:ext uri="{FF2B5EF4-FFF2-40B4-BE49-F238E27FC236}">
                    <a16:creationId xmlns:a16="http://schemas.microsoft.com/office/drawing/2014/main" id="{2D80EEB9-3B1C-4A7C-B7B2-50EF6DEF6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" y="3648"/>
                <a:ext cx="672" cy="19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FP adders</a:t>
                </a:r>
              </a:p>
            </p:txBody>
          </p:sp>
          <p:sp>
            <p:nvSpPr>
              <p:cNvPr id="23" name="Rectangle 13">
                <a:extLst>
                  <a:ext uri="{FF2B5EF4-FFF2-40B4-BE49-F238E27FC236}">
                    <a16:creationId xmlns:a16="http://schemas.microsoft.com/office/drawing/2014/main" id="{A73E28F4-4673-4D53-AD52-7D5569023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3648"/>
                <a:ext cx="912" cy="192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FP multipliers</a:t>
                </a:r>
              </a:p>
            </p:txBody>
          </p:sp>
          <p:sp>
            <p:nvSpPr>
              <p:cNvPr id="24" name="Line 14">
                <a:extLst>
                  <a:ext uri="{FF2B5EF4-FFF2-40B4-BE49-F238E27FC236}">
                    <a16:creationId xmlns:a16="http://schemas.microsoft.com/office/drawing/2014/main" id="{D446B8D3-4353-41D0-BE6E-B0958A8A8A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5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15">
                <a:extLst>
                  <a:ext uri="{FF2B5EF4-FFF2-40B4-BE49-F238E27FC236}">
                    <a16:creationId xmlns:a16="http://schemas.microsoft.com/office/drawing/2014/main" id="{87BFAF18-245D-4EA1-968E-40422DB6D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7" y="3312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16">
                <a:extLst>
                  <a:ext uri="{FF2B5EF4-FFF2-40B4-BE49-F238E27FC236}">
                    <a16:creationId xmlns:a16="http://schemas.microsoft.com/office/drawing/2014/main" id="{86FD4A82-27A7-496C-A42A-AF4DC5B52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3" y="32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17">
                <a:extLst>
                  <a:ext uri="{FF2B5EF4-FFF2-40B4-BE49-F238E27FC236}">
                    <a16:creationId xmlns:a16="http://schemas.microsoft.com/office/drawing/2014/main" id="{1B4D4D74-0A0C-41C8-80AF-250AF823A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9" y="326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Text Box 18">
                <a:extLst>
                  <a:ext uri="{FF2B5EF4-FFF2-40B4-BE49-F238E27FC236}">
                    <a16:creationId xmlns:a16="http://schemas.microsoft.com/office/drawing/2014/main" id="{4B0BE16F-AC69-40CA-BFB6-20344723CE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3" y="3329"/>
                <a:ext cx="980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Reservation 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Stations</a:t>
                </a:r>
              </a:p>
            </p:txBody>
          </p:sp>
          <p:sp>
            <p:nvSpPr>
              <p:cNvPr id="29" name="Text Box 19">
                <a:extLst>
                  <a:ext uri="{FF2B5EF4-FFF2-40B4-BE49-F238E27FC236}">
                    <a16:creationId xmlns:a16="http://schemas.microsoft.com/office/drawing/2014/main" id="{BDD60708-345D-4DD2-A1D9-D4B83ED1E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576"/>
                <a:ext cx="55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FP Op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Queue</a:t>
                </a:r>
              </a:p>
            </p:txBody>
          </p:sp>
          <p:grpSp>
            <p:nvGrpSpPr>
              <p:cNvPr id="30" name="Group 20">
                <a:extLst>
                  <a:ext uri="{FF2B5EF4-FFF2-40B4-BE49-F238E27FC236}">
                    <a16:creationId xmlns:a16="http://schemas.microsoft.com/office/drawing/2014/main" id="{6A6A0259-6010-4267-8695-6158F7A71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208"/>
                <a:ext cx="1392" cy="512"/>
                <a:chOff x="3456" y="1200"/>
                <a:chExt cx="1392" cy="512"/>
              </a:xfrm>
            </p:grpSpPr>
            <p:sp>
              <p:nvSpPr>
                <p:cNvPr id="92" name="Rectangle 21">
                  <a:extLst>
                    <a:ext uri="{FF2B5EF4-FFF2-40B4-BE49-F238E27FC236}">
                      <a16:creationId xmlns:a16="http://schemas.microsoft.com/office/drawing/2014/main" id="{785D99EE-B228-48FF-AC2C-D9FA9CF37F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200"/>
                  <a:ext cx="1392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" name="Rectangle 22">
                  <a:extLst>
                    <a:ext uri="{FF2B5EF4-FFF2-40B4-BE49-F238E27FC236}">
                      <a16:creationId xmlns:a16="http://schemas.microsoft.com/office/drawing/2014/main" id="{B45511E2-127A-484A-9DF0-AF00C400C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328"/>
                  <a:ext cx="1392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" name="Rectangle 23">
                  <a:extLst>
                    <a:ext uri="{FF2B5EF4-FFF2-40B4-BE49-F238E27FC236}">
                      <a16:creationId xmlns:a16="http://schemas.microsoft.com/office/drawing/2014/main" id="{1220ED43-CF93-4F52-BACC-61D931D085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456"/>
                  <a:ext cx="1392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5" name="Rectangle 24">
                  <a:extLst>
                    <a:ext uri="{FF2B5EF4-FFF2-40B4-BE49-F238E27FC236}">
                      <a16:creationId xmlns:a16="http://schemas.microsoft.com/office/drawing/2014/main" id="{06335DC8-56DF-4C50-82AA-8E5532E16D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1584"/>
                  <a:ext cx="1392" cy="1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" name="Text Box 25">
                <a:extLst>
                  <a:ext uri="{FF2B5EF4-FFF2-40B4-BE49-F238E27FC236}">
                    <a16:creationId xmlns:a16="http://schemas.microsoft.com/office/drawing/2014/main" id="{604F7258-4FED-47F2-856A-96B9414CA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624"/>
                <a:ext cx="416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ROB7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ROB6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ROB5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ROB4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ROB3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ROB2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ROB1</a:t>
                </a:r>
              </a:p>
            </p:txBody>
          </p:sp>
          <p:grpSp>
            <p:nvGrpSpPr>
              <p:cNvPr id="32" name="Group 26">
                <a:extLst>
                  <a:ext uri="{FF2B5EF4-FFF2-40B4-BE49-F238E27FC236}">
                    <a16:creationId xmlns:a16="http://schemas.microsoft.com/office/drawing/2014/main" id="{185CEC77-E888-421F-A10E-447B0EE7F7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624"/>
                <a:ext cx="2448" cy="768"/>
                <a:chOff x="2208" y="576"/>
                <a:chExt cx="2448" cy="768"/>
              </a:xfrm>
            </p:grpSpPr>
            <p:sp>
              <p:nvSpPr>
                <p:cNvPr id="76" name="Rectangle 27">
                  <a:extLst>
                    <a:ext uri="{FF2B5EF4-FFF2-40B4-BE49-F238E27FC236}">
                      <a16:creationId xmlns:a16="http://schemas.microsoft.com/office/drawing/2014/main" id="{321BE081-28D6-4D2E-8CB0-960A1A853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576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77" name="Rectangle 28">
                  <a:extLst>
                    <a:ext uri="{FF2B5EF4-FFF2-40B4-BE49-F238E27FC236}">
                      <a16:creationId xmlns:a16="http://schemas.microsoft.com/office/drawing/2014/main" id="{1D868319-5A93-4898-9DAE-6BDCC2DD1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768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78" name="Rectangle 29">
                  <a:extLst>
                    <a:ext uri="{FF2B5EF4-FFF2-40B4-BE49-F238E27FC236}">
                      <a16:creationId xmlns:a16="http://schemas.microsoft.com/office/drawing/2014/main" id="{E2B6E4F9-C878-4ACE-AF41-BB592697E0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576"/>
                  <a:ext cx="62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31C5F6EB-4FA3-4305-A73B-655EE86A7F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768"/>
                  <a:ext cx="62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0" name="Rectangle 31">
                  <a:extLst>
                    <a:ext uri="{FF2B5EF4-FFF2-40B4-BE49-F238E27FC236}">
                      <a16:creationId xmlns:a16="http://schemas.microsoft.com/office/drawing/2014/main" id="{EFACDFA3-D50B-449B-8257-A6F16EFF8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576"/>
                  <a:ext cx="134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1" name="Rectangle 32">
                  <a:extLst>
                    <a:ext uri="{FF2B5EF4-FFF2-40B4-BE49-F238E27FC236}">
                      <a16:creationId xmlns:a16="http://schemas.microsoft.com/office/drawing/2014/main" id="{072854CF-1247-4C5E-BADD-CEA939F6B8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768"/>
                  <a:ext cx="134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2" name="Rectangle 33">
                  <a:extLst>
                    <a:ext uri="{FF2B5EF4-FFF2-40B4-BE49-F238E27FC236}">
                      <a16:creationId xmlns:a16="http://schemas.microsoft.com/office/drawing/2014/main" id="{520068C1-B561-4C34-BD7C-76ED397DD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6" y="576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3" name="Rectangle 34">
                  <a:extLst>
                    <a:ext uri="{FF2B5EF4-FFF2-40B4-BE49-F238E27FC236}">
                      <a16:creationId xmlns:a16="http://schemas.microsoft.com/office/drawing/2014/main" id="{1027EF33-E733-48E1-A383-6AEFB00F09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6" y="768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4" name="Rectangle 35">
                  <a:extLst>
                    <a:ext uri="{FF2B5EF4-FFF2-40B4-BE49-F238E27FC236}">
                      <a16:creationId xmlns:a16="http://schemas.microsoft.com/office/drawing/2014/main" id="{1B80403B-23FA-4B87-9C99-86598F50F4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960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5" name="Rectangle 36">
                  <a:extLst>
                    <a:ext uri="{FF2B5EF4-FFF2-40B4-BE49-F238E27FC236}">
                      <a16:creationId xmlns:a16="http://schemas.microsoft.com/office/drawing/2014/main" id="{28EB01B5-820D-4445-8BD7-256C54729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960"/>
                  <a:ext cx="62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6" name="Rectangle 37">
                  <a:extLst>
                    <a:ext uri="{FF2B5EF4-FFF2-40B4-BE49-F238E27FC236}">
                      <a16:creationId xmlns:a16="http://schemas.microsoft.com/office/drawing/2014/main" id="{0C131C72-5AEF-4B7A-BB07-29B408139B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960"/>
                  <a:ext cx="134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7" name="Rectangle 38">
                  <a:extLst>
                    <a:ext uri="{FF2B5EF4-FFF2-40B4-BE49-F238E27FC236}">
                      <a16:creationId xmlns:a16="http://schemas.microsoft.com/office/drawing/2014/main" id="{80238FA2-827D-41DD-A368-823E76EE41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6" y="960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8" name="Rectangle 39">
                  <a:extLst>
                    <a:ext uri="{FF2B5EF4-FFF2-40B4-BE49-F238E27FC236}">
                      <a16:creationId xmlns:a16="http://schemas.microsoft.com/office/drawing/2014/main" id="{4FFE476A-4237-4A9E-971B-719D9277E3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1152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89" name="Rectangle 40">
                  <a:extLst>
                    <a:ext uri="{FF2B5EF4-FFF2-40B4-BE49-F238E27FC236}">
                      <a16:creationId xmlns:a16="http://schemas.microsoft.com/office/drawing/2014/main" id="{422B493A-BC23-4C3A-B55A-AC27C8030D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1152"/>
                  <a:ext cx="62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90" name="Rectangle 41">
                  <a:extLst>
                    <a:ext uri="{FF2B5EF4-FFF2-40B4-BE49-F238E27FC236}">
                      <a16:creationId xmlns:a16="http://schemas.microsoft.com/office/drawing/2014/main" id="{74C83A37-E0DA-42FD-83EE-861CA738C3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1152"/>
                  <a:ext cx="1344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  <p:sp>
              <p:nvSpPr>
                <p:cNvPr id="91" name="Rectangle 42">
                  <a:extLst>
                    <a:ext uri="{FF2B5EF4-FFF2-40B4-BE49-F238E27FC236}">
                      <a16:creationId xmlns:a16="http://schemas.microsoft.com/office/drawing/2014/main" id="{6B7CC274-D1DE-4879-95A6-CBAF7139B0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6" y="1152"/>
                  <a:ext cx="240" cy="19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1800" b="1">
                    <a:latin typeface="Courier New" panose="02070309020205020404" pitchFamily="49" charset="0"/>
                  </a:endParaRPr>
                </a:p>
              </p:txBody>
            </p:sp>
          </p:grpSp>
          <p:sp>
            <p:nvSpPr>
              <p:cNvPr id="33" name="Rectangle 43">
                <a:extLst>
                  <a:ext uri="{FF2B5EF4-FFF2-40B4-BE49-F238E27FC236}">
                    <a16:creationId xmlns:a16="http://schemas.microsoft.com/office/drawing/2014/main" id="{9BE91209-781F-4DEC-AAA7-486D787C9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3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34" name="Rectangle 44">
                <a:extLst>
                  <a:ext uri="{FF2B5EF4-FFF2-40B4-BE49-F238E27FC236}">
                    <a16:creationId xmlns:a16="http://schemas.microsoft.com/office/drawing/2014/main" id="{E604D9FB-D3F8-460A-AED9-FA281F4DF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584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35" name="Rectangle 45">
                <a:extLst>
                  <a:ext uri="{FF2B5EF4-FFF2-40B4-BE49-F238E27FC236}">
                    <a16:creationId xmlns:a16="http://schemas.microsoft.com/office/drawing/2014/main" id="{435F577D-FA04-44EE-A0AB-56876578E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7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F6</a:t>
                </a:r>
              </a:p>
            </p:txBody>
          </p:sp>
          <p:sp>
            <p:nvSpPr>
              <p:cNvPr id="36" name="Rectangle 46">
                <a:extLst>
                  <a:ext uri="{FF2B5EF4-FFF2-40B4-BE49-F238E27FC236}">
                    <a16:creationId xmlns:a16="http://schemas.microsoft.com/office/drawing/2014/main" id="{C95A8101-2FF7-4FE6-AB60-BB11810F7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39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37" name="Rectangle 47">
                <a:extLst>
                  <a:ext uri="{FF2B5EF4-FFF2-40B4-BE49-F238E27FC236}">
                    <a16:creationId xmlns:a16="http://schemas.microsoft.com/office/drawing/2014/main" id="{5C6DEC3E-94A3-496B-BE2F-1274EFE2A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38" name="Rectangle 48">
                <a:extLst>
                  <a:ext uri="{FF2B5EF4-FFF2-40B4-BE49-F238E27FC236}">
                    <a16:creationId xmlns:a16="http://schemas.microsoft.com/office/drawing/2014/main" id="{F428FE1A-BC98-4E9E-AE96-76DEBFF20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7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39" name="Rectangle 49">
                <a:extLst>
                  <a:ext uri="{FF2B5EF4-FFF2-40B4-BE49-F238E27FC236}">
                    <a16:creationId xmlns:a16="http://schemas.microsoft.com/office/drawing/2014/main" id="{98C94308-86FA-46F9-9D57-67FE6C3C8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39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0" name="Rectangle 50">
                <a:extLst>
                  <a:ext uri="{FF2B5EF4-FFF2-40B4-BE49-F238E27FC236}">
                    <a16:creationId xmlns:a16="http://schemas.microsoft.com/office/drawing/2014/main" id="{C6FB2038-5706-4071-9F64-166473045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584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1" name="Rectangle 51">
                <a:extLst>
                  <a:ext uri="{FF2B5EF4-FFF2-40B4-BE49-F238E27FC236}">
                    <a16:creationId xmlns:a16="http://schemas.microsoft.com/office/drawing/2014/main" id="{2A007DF5-54F5-408C-85B2-5C454B914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7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F6,34(R2)</a:t>
                </a:r>
              </a:p>
            </p:txBody>
          </p:sp>
          <p:sp>
            <p:nvSpPr>
              <p:cNvPr id="42" name="Rectangle 52">
                <a:extLst>
                  <a:ext uri="{FF2B5EF4-FFF2-40B4-BE49-F238E27FC236}">
                    <a16:creationId xmlns:a16="http://schemas.microsoft.com/office/drawing/2014/main" id="{86D18CA3-1559-44F5-8AF1-660347A15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3" name="Rectangle 53">
                <a:extLst>
                  <a:ext uri="{FF2B5EF4-FFF2-40B4-BE49-F238E27FC236}">
                    <a16:creationId xmlns:a16="http://schemas.microsoft.com/office/drawing/2014/main" id="{62EC54BB-44F3-46BF-910E-F12815CC3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584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4" name="Rectangle 54">
                <a:extLst>
                  <a:ext uri="{FF2B5EF4-FFF2-40B4-BE49-F238E27FC236}">
                    <a16:creationId xmlns:a16="http://schemas.microsoft.com/office/drawing/2014/main" id="{4320B738-E542-4A5A-8F1C-845BE85E3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7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45" name="Text Box 55">
                <a:extLst>
                  <a:ext uri="{FF2B5EF4-FFF2-40B4-BE49-F238E27FC236}">
                    <a16:creationId xmlns:a16="http://schemas.microsoft.com/office/drawing/2014/main" id="{D62BB852-3C75-410A-B8A5-120DF5B444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84"/>
                <a:ext cx="53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Done?</a:t>
                </a:r>
              </a:p>
            </p:txBody>
          </p:sp>
          <p:sp>
            <p:nvSpPr>
              <p:cNvPr id="46" name="Text Box 57">
                <a:extLst>
                  <a:ext uri="{FF2B5EF4-FFF2-40B4-BE49-F238E27FC236}">
                    <a16:creationId xmlns:a16="http://schemas.microsoft.com/office/drawing/2014/main" id="{11E86A74-5422-4934-8425-1F0AC5C25B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2784"/>
                <a:ext cx="4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Dest</a:t>
                </a:r>
              </a:p>
            </p:txBody>
          </p:sp>
          <p:sp>
            <p:nvSpPr>
              <p:cNvPr id="47" name="AutoShape 58">
                <a:extLst>
                  <a:ext uri="{FF2B5EF4-FFF2-40B4-BE49-F238E27FC236}">
                    <a16:creationId xmlns:a16="http://schemas.microsoft.com/office/drawing/2014/main" id="{15B44C7A-FF66-422F-91E3-297BDD133B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5308" y="864"/>
                <a:ext cx="288" cy="720"/>
              </a:xfrm>
              <a:prstGeom prst="upArrow">
                <a:avLst>
                  <a:gd name="adj1" fmla="val 50000"/>
                  <a:gd name="adj2" fmla="val 62500"/>
                </a:avLst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48" name="Group 61">
                <a:extLst>
                  <a:ext uri="{FF2B5EF4-FFF2-40B4-BE49-F238E27FC236}">
                    <a16:creationId xmlns:a16="http://schemas.microsoft.com/office/drawing/2014/main" id="{3352C2CD-D0FE-413A-8653-91B71486F1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816" y="353"/>
                <a:ext cx="576" cy="768"/>
                <a:chOff x="1872" y="1584"/>
                <a:chExt cx="576" cy="864"/>
              </a:xfrm>
            </p:grpSpPr>
            <p:sp>
              <p:nvSpPr>
                <p:cNvPr id="70" name="Rectangle 62">
                  <a:extLst>
                    <a:ext uri="{FF2B5EF4-FFF2-40B4-BE49-F238E27FC236}">
                      <a16:creationId xmlns:a16="http://schemas.microsoft.com/office/drawing/2014/main" id="{65838E1F-8A49-48EB-8C5F-BE5850D832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584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" name="Rectangle 63">
                  <a:extLst>
                    <a:ext uri="{FF2B5EF4-FFF2-40B4-BE49-F238E27FC236}">
                      <a16:creationId xmlns:a16="http://schemas.microsoft.com/office/drawing/2014/main" id="{EC70B45A-14DE-4D08-A4A2-186FDCDE9F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728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" name="Rectangle 64">
                  <a:extLst>
                    <a:ext uri="{FF2B5EF4-FFF2-40B4-BE49-F238E27FC236}">
                      <a16:creationId xmlns:a16="http://schemas.microsoft.com/office/drawing/2014/main" id="{C60B8F28-19C7-4478-9CF9-D7B7BAA1B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872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3" name="Rectangle 65">
                  <a:extLst>
                    <a:ext uri="{FF2B5EF4-FFF2-40B4-BE49-F238E27FC236}">
                      <a16:creationId xmlns:a16="http://schemas.microsoft.com/office/drawing/2014/main" id="{FC79D7FE-A3B4-45D7-8130-02B719BB91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016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4" name="Rectangle 66">
                  <a:extLst>
                    <a:ext uri="{FF2B5EF4-FFF2-40B4-BE49-F238E27FC236}">
                      <a16:creationId xmlns:a16="http://schemas.microsoft.com/office/drawing/2014/main" id="{B0DFA82E-413D-4B53-B74C-ADEB969A8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160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5" name="Rectangle 67">
                  <a:extLst>
                    <a:ext uri="{FF2B5EF4-FFF2-40B4-BE49-F238E27FC236}">
                      <a16:creationId xmlns:a16="http://schemas.microsoft.com/office/drawing/2014/main" id="{AFDF1BA9-589B-4C26-8514-607D409EAD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304"/>
                  <a:ext cx="576" cy="144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9" name="Text Box 68">
                <a:extLst>
                  <a:ext uri="{FF2B5EF4-FFF2-40B4-BE49-F238E27FC236}">
                    <a16:creationId xmlns:a16="http://schemas.microsoft.com/office/drawing/2014/main" id="{AA1633D7-0131-432A-B551-3158E4105D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9" y="2758"/>
                <a:ext cx="66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from </a:t>
                </a:r>
              </a:p>
              <a:p>
                <a:pPr algn="ctr">
                  <a:lnSpc>
                    <a:spcPct val="7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Memory</a:t>
                </a:r>
              </a:p>
            </p:txBody>
          </p:sp>
          <p:grpSp>
            <p:nvGrpSpPr>
              <p:cNvPr id="50" name="Group 69">
                <a:extLst>
                  <a:ext uri="{FF2B5EF4-FFF2-40B4-BE49-F238E27FC236}">
                    <a16:creationId xmlns:a16="http://schemas.microsoft.com/office/drawing/2014/main" id="{643B6439-E9C8-4F6F-A891-FEB258FF34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3360"/>
                <a:ext cx="672" cy="480"/>
                <a:chOff x="4320" y="3360"/>
                <a:chExt cx="576" cy="480"/>
              </a:xfrm>
            </p:grpSpPr>
            <p:sp>
              <p:nvSpPr>
                <p:cNvPr id="66" name="Rectangle 70">
                  <a:extLst>
                    <a:ext uri="{FF2B5EF4-FFF2-40B4-BE49-F238E27FC236}">
                      <a16:creationId xmlns:a16="http://schemas.microsoft.com/office/drawing/2014/main" id="{37B31966-46F2-4291-96A2-FA351B4F16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360"/>
                  <a:ext cx="576" cy="16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>
                      <a:solidFill>
                        <a:srgbClr val="FF0000"/>
                      </a:solidFill>
                      <a:latin typeface="Courier New" panose="02070309020205020404" pitchFamily="49" charset="0"/>
                    </a:rPr>
                    <a:t>1</a:t>
                  </a:r>
                  <a:r>
                    <a:rPr lang="en-US" altLang="zh-CN" sz="1800" b="1">
                      <a:latin typeface="Courier New" panose="02070309020205020404" pitchFamily="49" charset="0"/>
                    </a:rPr>
                    <a:t> 34+R2</a:t>
                  </a:r>
                </a:p>
              </p:txBody>
            </p:sp>
            <p:sp>
              <p:nvSpPr>
                <p:cNvPr id="67" name="Rectangle 71">
                  <a:extLst>
                    <a:ext uri="{FF2B5EF4-FFF2-40B4-BE49-F238E27FC236}">
                      <a16:creationId xmlns:a16="http://schemas.microsoft.com/office/drawing/2014/main" id="{D4BA715A-C58B-446D-8D71-05A4F7E50B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520"/>
                  <a:ext cx="576" cy="16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8" name="Rectangle 72">
                  <a:extLst>
                    <a:ext uri="{FF2B5EF4-FFF2-40B4-BE49-F238E27FC236}">
                      <a16:creationId xmlns:a16="http://schemas.microsoft.com/office/drawing/2014/main" id="{DA37EB19-EDF4-47C4-9E7D-AD19C1C638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680"/>
                  <a:ext cx="576" cy="16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36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4400">
                    <a:solidFill>
                      <a:schemeClr val="tx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" name="Line 73">
                  <a:extLst>
                    <a:ext uri="{FF2B5EF4-FFF2-40B4-BE49-F238E27FC236}">
                      <a16:creationId xmlns:a16="http://schemas.microsoft.com/office/drawing/2014/main" id="{0AB00795-BB70-4077-80E2-561E4ADF97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360"/>
                  <a:ext cx="0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" name="Text Box 74">
                <a:extLst>
                  <a:ext uri="{FF2B5EF4-FFF2-40B4-BE49-F238E27FC236}">
                    <a16:creationId xmlns:a16="http://schemas.microsoft.com/office/drawing/2014/main" id="{E731F27B-B4EC-4001-8AC5-FECCBD894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3168"/>
                <a:ext cx="4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Dest</a:t>
                </a:r>
              </a:p>
            </p:txBody>
          </p:sp>
          <p:sp>
            <p:nvSpPr>
              <p:cNvPr id="52" name="Text Box 75">
                <a:extLst>
                  <a:ext uri="{FF2B5EF4-FFF2-40B4-BE49-F238E27FC236}">
                    <a16:creationId xmlns:a16="http://schemas.microsoft.com/office/drawing/2014/main" id="{2670CC1D-86D9-4192-A376-1A6710BB0C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3" y="389"/>
                <a:ext cx="120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mic Sans MS" panose="030F0702030302020204" pitchFamily="66" charset="0"/>
                  </a:rPr>
                  <a:t>Reorder Buffer</a:t>
                </a:r>
                <a:endParaRPr lang="en-US" altLang="zh-CN" sz="1200" b="1">
                  <a:latin typeface="Comic Sans MS" panose="030F0702030302020204" pitchFamily="66" charset="0"/>
                </a:endParaRPr>
              </a:p>
            </p:txBody>
          </p:sp>
          <p:sp>
            <p:nvSpPr>
              <p:cNvPr id="53" name="Text Box 76">
                <a:extLst>
                  <a:ext uri="{FF2B5EF4-FFF2-40B4-BE49-F238E27FC236}">
                    <a16:creationId xmlns:a16="http://schemas.microsoft.com/office/drawing/2014/main" id="{8D4395A7-F413-4368-A589-A99B28C2C0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999"/>
                <a:ext cx="84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>
                    <a:latin typeface="Comic Sans MS" panose="030F0702030302020204" pitchFamily="66" charset="0"/>
                  </a:rPr>
                  <a:t>Registers</a:t>
                </a:r>
              </a:p>
            </p:txBody>
          </p:sp>
          <p:grpSp>
            <p:nvGrpSpPr>
              <p:cNvPr id="54" name="Group 77">
                <a:extLst>
                  <a:ext uri="{FF2B5EF4-FFF2-40B4-BE49-F238E27FC236}">
                    <a16:creationId xmlns:a16="http://schemas.microsoft.com/office/drawing/2014/main" id="{ADCD11B6-5841-474F-BDB8-15A3572ABC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392"/>
                <a:ext cx="5376" cy="2736"/>
                <a:chOff x="192" y="1392"/>
                <a:chExt cx="5376" cy="2736"/>
              </a:xfrm>
            </p:grpSpPr>
            <p:sp>
              <p:nvSpPr>
                <p:cNvPr id="56" name="Line 78">
                  <a:extLst>
                    <a:ext uri="{FF2B5EF4-FFF2-40B4-BE49-F238E27FC236}">
                      <a16:creationId xmlns:a16="http://schemas.microsoft.com/office/drawing/2014/main" id="{FE50D414-98C3-4EBC-9AD2-F80D1D7C49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" y="4080"/>
                  <a:ext cx="5376" cy="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79">
                  <a:extLst>
                    <a:ext uri="{FF2B5EF4-FFF2-40B4-BE49-F238E27FC236}">
                      <a16:creationId xmlns:a16="http://schemas.microsoft.com/office/drawing/2014/main" id="{8E5A6466-AB54-4A59-AEF3-F921463BEC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84" y="3312"/>
                  <a:ext cx="0" cy="768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80">
                  <a:extLst>
                    <a:ext uri="{FF2B5EF4-FFF2-40B4-BE49-F238E27FC236}">
                      <a16:creationId xmlns:a16="http://schemas.microsoft.com/office/drawing/2014/main" id="{0B077A80-80A8-4BE6-9A1C-F3BB3EE41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96" y="3264"/>
                  <a:ext cx="0" cy="816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81">
                  <a:extLst>
                    <a:ext uri="{FF2B5EF4-FFF2-40B4-BE49-F238E27FC236}">
                      <a16:creationId xmlns:a16="http://schemas.microsoft.com/office/drawing/2014/main" id="{E6278827-9452-41EA-AA39-66B1353952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2064"/>
                  <a:ext cx="1296" cy="336"/>
                </a:xfrm>
                <a:custGeom>
                  <a:avLst/>
                  <a:gdLst>
                    <a:gd name="T0" fmla="*/ 0 w 1296"/>
                    <a:gd name="T1" fmla="*/ 0 h 480"/>
                    <a:gd name="T2" fmla="*/ 1296 w 1296"/>
                    <a:gd name="T3" fmla="*/ 0 h 480"/>
                    <a:gd name="T4" fmla="*/ 1296 w 1296"/>
                    <a:gd name="T5" fmla="*/ 115 h 480"/>
                    <a:gd name="T6" fmla="*/ 0 60000 65536"/>
                    <a:gd name="T7" fmla="*/ 0 60000 65536"/>
                    <a:gd name="T8" fmla="*/ 0 60000 65536"/>
                    <a:gd name="T9" fmla="*/ 0 w 1296"/>
                    <a:gd name="T10" fmla="*/ 0 h 480"/>
                    <a:gd name="T11" fmla="*/ 1296 w 1296"/>
                    <a:gd name="T12" fmla="*/ 480 h 4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96" h="480">
                      <a:moveTo>
                        <a:pt x="0" y="0"/>
                      </a:moveTo>
                      <a:lnTo>
                        <a:pt x="1296" y="0"/>
                      </a:lnTo>
                      <a:lnTo>
                        <a:pt x="1296" y="480"/>
                      </a:lnTo>
                    </a:path>
                  </a:pathLst>
                </a:cu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82">
                  <a:extLst>
                    <a:ext uri="{FF2B5EF4-FFF2-40B4-BE49-F238E27FC236}">
                      <a16:creationId xmlns:a16="http://schemas.microsoft.com/office/drawing/2014/main" id="{C7FBCDD4-F27A-498F-9CCA-84009E458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968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83">
                  <a:extLst>
                    <a:ext uri="{FF2B5EF4-FFF2-40B4-BE49-F238E27FC236}">
                      <a16:creationId xmlns:a16="http://schemas.microsoft.com/office/drawing/2014/main" id="{A087501E-B93D-4544-9CE9-FA147ADC54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4" y="1392"/>
                  <a:ext cx="384" cy="2688"/>
                </a:xfrm>
                <a:custGeom>
                  <a:avLst/>
                  <a:gdLst>
                    <a:gd name="T0" fmla="*/ 114 w 576"/>
                    <a:gd name="T1" fmla="*/ 2298 h 2832"/>
                    <a:gd name="T2" fmla="*/ 114 w 576"/>
                    <a:gd name="T3" fmla="*/ 0 h 2832"/>
                    <a:gd name="T4" fmla="*/ 0 w 576"/>
                    <a:gd name="T5" fmla="*/ 0 h 2832"/>
                    <a:gd name="T6" fmla="*/ 0 60000 65536"/>
                    <a:gd name="T7" fmla="*/ 0 60000 65536"/>
                    <a:gd name="T8" fmla="*/ 0 60000 65536"/>
                    <a:gd name="T9" fmla="*/ 0 w 576"/>
                    <a:gd name="T10" fmla="*/ 0 h 2832"/>
                    <a:gd name="T11" fmla="*/ 576 w 576"/>
                    <a:gd name="T12" fmla="*/ 2832 h 28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76" h="2832">
                      <a:moveTo>
                        <a:pt x="576" y="2832"/>
                      </a:moveTo>
                      <a:lnTo>
                        <a:pt x="57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84">
                  <a:extLst>
                    <a:ext uri="{FF2B5EF4-FFF2-40B4-BE49-F238E27FC236}">
                      <a16:creationId xmlns:a16="http://schemas.microsoft.com/office/drawing/2014/main" id="{044B78A3-D18F-423C-B4F6-658411844A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0" y="3840"/>
                  <a:ext cx="0" cy="288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Line 85">
                  <a:extLst>
                    <a:ext uri="{FF2B5EF4-FFF2-40B4-BE49-F238E27FC236}">
                      <a16:creationId xmlns:a16="http://schemas.microsoft.com/office/drawing/2014/main" id="{DF0834C0-1BCB-4238-888A-7C602656E1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81" y="3837"/>
                  <a:ext cx="5" cy="253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Line 86">
                  <a:extLst>
                    <a:ext uri="{FF2B5EF4-FFF2-40B4-BE49-F238E27FC236}">
                      <a16:creationId xmlns:a16="http://schemas.microsoft.com/office/drawing/2014/main" id="{9EFE4576-F100-423E-90FF-3AA34C03DC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3120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87">
                  <a:extLst>
                    <a:ext uri="{FF2B5EF4-FFF2-40B4-BE49-F238E27FC236}">
                      <a16:creationId xmlns:a16="http://schemas.microsoft.com/office/drawing/2014/main" id="{A65D2716-243D-4FF1-9AFB-3334EA89D7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3840"/>
                  <a:ext cx="0" cy="24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5" name="Line 88">
                <a:extLst>
                  <a:ext uri="{FF2B5EF4-FFF2-40B4-BE49-F238E27FC236}">
                    <a16:creationId xmlns:a16="http://schemas.microsoft.com/office/drawing/2014/main" id="{CE61D1A2-6D7B-45AC-AC0C-FD4E48995A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720"/>
                <a:ext cx="720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" name="Line 94">
              <a:extLst>
                <a:ext uri="{FF2B5EF4-FFF2-40B4-BE49-F238E27FC236}">
                  <a16:creationId xmlns:a16="http://schemas.microsoft.com/office/drawing/2014/main" id="{0C7261E4-4FA9-4BE9-AB0B-34EA9A4DB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2205"/>
              <a:ext cx="0" cy="499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95">
              <a:extLst>
                <a:ext uri="{FF2B5EF4-FFF2-40B4-BE49-F238E27FC236}">
                  <a16:creationId xmlns:a16="http://schemas.microsoft.com/office/drawing/2014/main" id="{6A4C94B4-A90D-4619-A2A2-8E0211478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205"/>
              <a:ext cx="0" cy="499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Text Box 96">
              <a:extLst>
                <a:ext uri="{FF2B5EF4-FFF2-40B4-BE49-F238E27FC236}">
                  <a16:creationId xmlns:a16="http://schemas.microsoft.com/office/drawing/2014/main" id="{AE44844A-2789-4632-9344-A3C382CBA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205"/>
              <a:ext cx="9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1000" b="1">
                  <a:solidFill>
                    <a:srgbClr val="3333FF"/>
                  </a:solidFill>
                  <a:latin typeface="Arial" panose="020B0604020202020204" pitchFamily="34" charset="0"/>
                </a:rPr>
                <a:t>Busy, ROB No. 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084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BC41C26-8586-4A95-A176-F36857C1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152BF7B-28EE-4673-AE03-235BC16CD1F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F13DD08-0E51-4C65-9A07-AA6A39671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3B688892-2923-4E0A-BC65-71FB17B3E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7560D357-F7A7-412D-8884-8E8197915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D4C0B51A-6C30-4C44-9182-68D87F59F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03E1633-DEFB-4192-A295-E4CAFCACE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A8D03E38-0679-4D0A-9BC5-0D35EAD7D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C19CAF5-19B4-4243-AEF6-F4E4C20CB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4F494A33-CBE2-47C2-8059-13C5A1470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889011DD-99E8-4C70-9FE7-17A20486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1B8289-BFA0-42D4-A7D7-D3BEEA0A5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EC9E7D-E1B9-4EE4-8C67-32F8278F6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D5222A8E-CEAC-4D7F-9864-2AF1072D5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9F516DED-C123-4ADD-8F56-2E079FBD9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504805FA-4BE2-4370-BBCB-AF492177A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9185BB70-B0A4-447D-BDC0-5BA13AEDE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ACEFEC88-58F0-4A25-A8EB-ECF8CABBE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D46784B6-51F3-4DEC-8A26-B7FCEABAB3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20F84546-3807-4C9B-8A32-A48D51655E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722F2EDC-5D53-448F-9690-939EC7607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6FA20BF-4418-4E32-A87F-E080D223E3E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6B5119-F766-44D2-95D1-5B0D189AE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F43434B-499E-44E6-8D9D-CD9ECDDB2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A515891-BC37-4A5C-ABBF-146870147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C662AF-DAF5-4C0D-905D-FF64E08CA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9" name="Freeform 28">
            <a:extLst>
              <a:ext uri="{FF2B5EF4-FFF2-40B4-BE49-F238E27FC236}">
                <a16:creationId xmlns:a16="http://schemas.microsoft.com/office/drawing/2014/main" id="{A2EF5042-EFBF-4D68-9186-E2E1AC0BD77F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36BD9704-61A6-40CC-85AE-69727DA84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836F29-82D2-49D2-9E27-D7AABD7B8DA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040AB6-64D6-449C-9B8A-71C27CF6B6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5" name="Rectangle 32">
                <a:extLst>
                  <a:ext uri="{FF2B5EF4-FFF2-40B4-BE49-F238E27FC236}">
                    <a16:creationId xmlns:a16="http://schemas.microsoft.com/office/drawing/2014/main" id="{AC3BFD71-35F5-4069-9E39-A55825B6B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6" name="Rectangle 33">
                <a:extLst>
                  <a:ext uri="{FF2B5EF4-FFF2-40B4-BE49-F238E27FC236}">
                    <a16:creationId xmlns:a16="http://schemas.microsoft.com/office/drawing/2014/main" id="{99A903E5-9F55-41E4-9962-3B4D4A50D7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Rectangle 34">
                <a:extLst>
                  <a:ext uri="{FF2B5EF4-FFF2-40B4-BE49-F238E27FC236}">
                    <a16:creationId xmlns:a16="http://schemas.microsoft.com/office/drawing/2014/main" id="{4FBF3E09-B6BC-4110-AC63-750394D01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35">
                <a:extLst>
                  <a:ext uri="{FF2B5EF4-FFF2-40B4-BE49-F238E27FC236}">
                    <a16:creationId xmlns:a16="http://schemas.microsoft.com/office/drawing/2014/main" id="{59DFF29B-4A36-40D4-8051-C8414F207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6">
                <a:extLst>
                  <a:ext uri="{FF2B5EF4-FFF2-40B4-BE49-F238E27FC236}">
                    <a16:creationId xmlns:a16="http://schemas.microsoft.com/office/drawing/2014/main" id="{FEF64205-F968-4274-93C6-563C93A8B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Rectangle 37">
                <a:extLst>
                  <a:ext uri="{FF2B5EF4-FFF2-40B4-BE49-F238E27FC236}">
                    <a16:creationId xmlns:a16="http://schemas.microsoft.com/office/drawing/2014/main" id="{52DA3C2F-27E4-46A5-9762-DFCC900F9C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8">
                <a:extLst>
                  <a:ext uri="{FF2B5EF4-FFF2-40B4-BE49-F238E27FC236}">
                    <a16:creationId xmlns:a16="http://schemas.microsoft.com/office/drawing/2014/main" id="{AD2A5063-2598-4D18-A41F-85C233028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39">
                <a:extLst>
                  <a:ext uri="{FF2B5EF4-FFF2-40B4-BE49-F238E27FC236}">
                    <a16:creationId xmlns:a16="http://schemas.microsoft.com/office/drawing/2014/main" id="{15D356DD-2E4C-456C-B995-8BFB9BBF2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0">
                <a:extLst>
                  <a:ext uri="{FF2B5EF4-FFF2-40B4-BE49-F238E27FC236}">
                    <a16:creationId xmlns:a16="http://schemas.microsoft.com/office/drawing/2014/main" id="{20462D55-8155-4649-93C5-36CB34C92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1">
                <a:extLst>
                  <a:ext uri="{FF2B5EF4-FFF2-40B4-BE49-F238E27FC236}">
                    <a16:creationId xmlns:a16="http://schemas.microsoft.com/office/drawing/2014/main" id="{59242D33-EEB7-4B5A-917B-E31F24F36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2">
                <a:extLst>
                  <a:ext uri="{FF2B5EF4-FFF2-40B4-BE49-F238E27FC236}">
                    <a16:creationId xmlns:a16="http://schemas.microsoft.com/office/drawing/2014/main" id="{5DF239B9-C254-4663-9E26-33E798804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3">
                <a:extLst>
                  <a:ext uri="{FF2B5EF4-FFF2-40B4-BE49-F238E27FC236}">
                    <a16:creationId xmlns:a16="http://schemas.microsoft.com/office/drawing/2014/main" id="{7421C588-085C-4F2D-84E0-D3F23B0AF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4">
                <a:extLst>
                  <a:ext uri="{FF2B5EF4-FFF2-40B4-BE49-F238E27FC236}">
                    <a16:creationId xmlns:a16="http://schemas.microsoft.com/office/drawing/2014/main" id="{22A62818-CE7E-4CD3-8F6E-1FE12E5C3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5">
                <a:extLst>
                  <a:ext uri="{FF2B5EF4-FFF2-40B4-BE49-F238E27FC236}">
                    <a16:creationId xmlns:a16="http://schemas.microsoft.com/office/drawing/2014/main" id="{01D150A1-E1CE-49BD-97A2-86D1A8679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6">
                <a:extLst>
                  <a:ext uri="{FF2B5EF4-FFF2-40B4-BE49-F238E27FC236}">
                    <a16:creationId xmlns:a16="http://schemas.microsoft.com/office/drawing/2014/main" id="{CAB999F9-7C26-4B60-8B2E-1BB2B555E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60" name="Rectangle 47">
                <a:extLst>
                  <a:ext uri="{FF2B5EF4-FFF2-40B4-BE49-F238E27FC236}">
                    <a16:creationId xmlns:a16="http://schemas.microsoft.com/office/drawing/2014/main" id="{8837D3F7-4A6B-4CB2-92EF-56DBB696F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3" name="Rectangle 48">
              <a:extLst>
                <a:ext uri="{FF2B5EF4-FFF2-40B4-BE49-F238E27FC236}">
                  <a16:creationId xmlns:a16="http://schemas.microsoft.com/office/drawing/2014/main" id="{3FD7DA47-5F9E-4052-BFEA-4747AD34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4" name="Rectangle 49">
              <a:extLst>
                <a:ext uri="{FF2B5EF4-FFF2-40B4-BE49-F238E27FC236}">
                  <a16:creationId xmlns:a16="http://schemas.microsoft.com/office/drawing/2014/main" id="{1365683C-21A4-4A7A-B199-E79094D71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5" name="Rectangle 50">
              <a:extLst>
                <a:ext uri="{FF2B5EF4-FFF2-40B4-BE49-F238E27FC236}">
                  <a16:creationId xmlns:a16="http://schemas.microsoft.com/office/drawing/2014/main" id="{358D3365-2DC5-434D-844D-30F091833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36" name="Rectangle 51">
              <a:extLst>
                <a:ext uri="{FF2B5EF4-FFF2-40B4-BE49-F238E27FC236}">
                  <a16:creationId xmlns:a16="http://schemas.microsoft.com/office/drawing/2014/main" id="{C659CB29-4741-41D3-9B42-AA868A325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2">
              <a:extLst>
                <a:ext uri="{FF2B5EF4-FFF2-40B4-BE49-F238E27FC236}">
                  <a16:creationId xmlns:a16="http://schemas.microsoft.com/office/drawing/2014/main" id="{610A893B-62E1-49AF-A97A-831D92362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3">
              <a:extLst>
                <a:ext uri="{FF2B5EF4-FFF2-40B4-BE49-F238E27FC236}">
                  <a16:creationId xmlns:a16="http://schemas.microsoft.com/office/drawing/2014/main" id="{3B99F560-23F8-4E4B-9074-56250D009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9" name="Rectangle 54">
              <a:extLst>
                <a:ext uri="{FF2B5EF4-FFF2-40B4-BE49-F238E27FC236}">
                  <a16:creationId xmlns:a16="http://schemas.microsoft.com/office/drawing/2014/main" id="{D459CD9D-7D26-4C12-870D-1786D2A7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0" name="Rectangle 55">
              <a:extLst>
                <a:ext uri="{FF2B5EF4-FFF2-40B4-BE49-F238E27FC236}">
                  <a16:creationId xmlns:a16="http://schemas.microsoft.com/office/drawing/2014/main" id="{EAB25F47-9F6A-4071-A3A8-190518182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F2,45(R3)</a:t>
              </a:r>
            </a:p>
          </p:txBody>
        </p:sp>
        <p:sp>
          <p:nvSpPr>
            <p:cNvPr id="41" name="Rectangle 56">
              <a:extLst>
                <a:ext uri="{FF2B5EF4-FFF2-40B4-BE49-F238E27FC236}">
                  <a16:creationId xmlns:a16="http://schemas.microsoft.com/office/drawing/2014/main" id="{8B194BA6-D839-474A-AC11-305690E3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F6,34(R2)</a:t>
              </a:r>
            </a:p>
          </p:txBody>
        </p:sp>
        <p:sp>
          <p:nvSpPr>
            <p:cNvPr id="42" name="Rectangle 57">
              <a:extLst>
                <a:ext uri="{FF2B5EF4-FFF2-40B4-BE49-F238E27FC236}">
                  <a16:creationId xmlns:a16="http://schemas.microsoft.com/office/drawing/2014/main" id="{025DA931-E20D-4DBF-A6D7-E255243C2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3" name="Rectangle 58">
              <a:extLst>
                <a:ext uri="{FF2B5EF4-FFF2-40B4-BE49-F238E27FC236}">
                  <a16:creationId xmlns:a16="http://schemas.microsoft.com/office/drawing/2014/main" id="{2A15D3EF-7E33-411F-9B2C-9851FF059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4" name="Rectangle 59">
              <a:extLst>
                <a:ext uri="{FF2B5EF4-FFF2-40B4-BE49-F238E27FC236}">
                  <a16:creationId xmlns:a16="http://schemas.microsoft.com/office/drawing/2014/main" id="{384D0A24-9FCD-4D66-A015-440CED28E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1" name="Line 60">
            <a:extLst>
              <a:ext uri="{FF2B5EF4-FFF2-40B4-BE49-F238E27FC236}">
                <a16:creationId xmlns:a16="http://schemas.microsoft.com/office/drawing/2014/main" id="{5069A31F-8B3E-4B9B-8AB2-D66D4D09B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Text Box 61">
            <a:extLst>
              <a:ext uri="{FF2B5EF4-FFF2-40B4-BE49-F238E27FC236}">
                <a16:creationId xmlns:a16="http://schemas.microsoft.com/office/drawing/2014/main" id="{104C22F8-6203-4B05-8743-B2AB4A60C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1CEC0DF8-C300-4D4B-B341-AC4CDF08DD47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3">
            <a:extLst>
              <a:ext uri="{FF2B5EF4-FFF2-40B4-BE49-F238E27FC236}">
                <a16:creationId xmlns:a16="http://schemas.microsoft.com/office/drawing/2014/main" id="{DA1BD3AB-CC73-46ED-8498-79D7B23E6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64">
            <a:extLst>
              <a:ext uri="{FF2B5EF4-FFF2-40B4-BE49-F238E27FC236}">
                <a16:creationId xmlns:a16="http://schemas.microsoft.com/office/drawing/2014/main" id="{74013127-5643-4026-9991-629C8F474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083926A5-63C0-46A0-A694-5E57CFD0F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Text Box 66">
            <a:extLst>
              <a:ext uri="{FF2B5EF4-FFF2-40B4-BE49-F238E27FC236}">
                <a16:creationId xmlns:a16="http://schemas.microsoft.com/office/drawing/2014/main" id="{25FCD03A-171A-4D61-948B-A80B02116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8" name="AutoShape 67">
            <a:extLst>
              <a:ext uri="{FF2B5EF4-FFF2-40B4-BE49-F238E27FC236}">
                <a16:creationId xmlns:a16="http://schemas.microsoft.com/office/drawing/2014/main" id="{00E36183-50B1-43DF-BBD0-B33996D5F33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9" name="Text Box 68">
            <a:extLst>
              <a:ext uri="{FF2B5EF4-FFF2-40B4-BE49-F238E27FC236}">
                <a16:creationId xmlns:a16="http://schemas.microsoft.com/office/drawing/2014/main" id="{04D123C9-3B16-49A5-B2D3-A0BE1D9E7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70" name="Text Box 69">
            <a:extLst>
              <a:ext uri="{FF2B5EF4-FFF2-40B4-BE49-F238E27FC236}">
                <a16:creationId xmlns:a16="http://schemas.microsoft.com/office/drawing/2014/main" id="{46FD033A-0ED0-4238-8425-9EDFCC018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65F2E4E-CEFD-4003-A9D6-4AEEDACA280D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17917BE-CB74-4E75-880A-BE03EF369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4360408-1D15-4B6B-8263-4A0A03429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0CC13C1-F934-4176-B5B1-555EBE824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6E8D22C-FA22-46E5-9634-A3C21CCD4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350C1B3-4367-4482-9ECE-546EE3577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F983BC9-D23B-4CF3-A5CA-5EF553372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8" name="Text Box 77">
            <a:extLst>
              <a:ext uri="{FF2B5EF4-FFF2-40B4-BE49-F238E27FC236}">
                <a16:creationId xmlns:a16="http://schemas.microsoft.com/office/drawing/2014/main" id="{6C69E309-482C-4FAA-B5C5-45E37CCD0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9" name="Line 78">
            <a:extLst>
              <a:ext uri="{FF2B5EF4-FFF2-40B4-BE49-F238E27FC236}">
                <a16:creationId xmlns:a16="http://schemas.microsoft.com/office/drawing/2014/main" id="{1BB1B158-EC76-4660-A1B8-BD7F35A84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Text Box 79">
            <a:extLst>
              <a:ext uri="{FF2B5EF4-FFF2-40B4-BE49-F238E27FC236}">
                <a16:creationId xmlns:a16="http://schemas.microsoft.com/office/drawing/2014/main" id="{7AC1060A-6439-45A8-8A47-83138A88C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1" name="Text Box 80">
            <a:extLst>
              <a:ext uri="{FF2B5EF4-FFF2-40B4-BE49-F238E27FC236}">
                <a16:creationId xmlns:a16="http://schemas.microsoft.com/office/drawing/2014/main" id="{72DB5D45-459F-49D5-B067-D9C3ECC2F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2" name="Text Box 81">
            <a:extLst>
              <a:ext uri="{FF2B5EF4-FFF2-40B4-BE49-F238E27FC236}">
                <a16:creationId xmlns:a16="http://schemas.microsoft.com/office/drawing/2014/main" id="{3CFDE715-CB29-4C14-87DF-5D54752A2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3" name="Line 82">
            <a:extLst>
              <a:ext uri="{FF2B5EF4-FFF2-40B4-BE49-F238E27FC236}">
                <a16:creationId xmlns:a16="http://schemas.microsoft.com/office/drawing/2014/main" id="{1B26FB93-0945-493D-BBDB-DEF5696B7E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83">
            <a:extLst>
              <a:ext uri="{FF2B5EF4-FFF2-40B4-BE49-F238E27FC236}">
                <a16:creationId xmlns:a16="http://schemas.microsoft.com/office/drawing/2014/main" id="{DA1E365E-8F09-4A0D-B7E5-1FC2D8E23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3E01367-3A7E-4BC5-AEDD-99AB552DC5A1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86" name="Line 85">
              <a:extLst>
                <a:ext uri="{FF2B5EF4-FFF2-40B4-BE49-F238E27FC236}">
                  <a16:creationId xmlns:a16="http://schemas.microsoft.com/office/drawing/2014/main" id="{73E907CA-AC85-4186-A272-284137795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6">
              <a:extLst>
                <a:ext uri="{FF2B5EF4-FFF2-40B4-BE49-F238E27FC236}">
                  <a16:creationId xmlns:a16="http://schemas.microsoft.com/office/drawing/2014/main" id="{4A677D07-5943-48C7-91DB-140B5A89D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87">
              <a:extLst>
                <a:ext uri="{FF2B5EF4-FFF2-40B4-BE49-F238E27FC236}">
                  <a16:creationId xmlns:a16="http://schemas.microsoft.com/office/drawing/2014/main" id="{61E2A4EC-102D-4C14-8AFF-42ED9BE20D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491BA7E-317C-4BD1-8AD9-20CEE888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89">
              <a:extLst>
                <a:ext uri="{FF2B5EF4-FFF2-40B4-BE49-F238E27FC236}">
                  <a16:creationId xmlns:a16="http://schemas.microsoft.com/office/drawing/2014/main" id="{0FB94AD2-96A7-4B1F-8CE9-106919880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D8A949D-68FD-484D-8430-082A5314A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1">
              <a:extLst>
                <a:ext uri="{FF2B5EF4-FFF2-40B4-BE49-F238E27FC236}">
                  <a16:creationId xmlns:a16="http://schemas.microsoft.com/office/drawing/2014/main" id="{BEDDAF40-5408-4AE2-8229-21F30440B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92">
              <a:extLst>
                <a:ext uri="{FF2B5EF4-FFF2-40B4-BE49-F238E27FC236}">
                  <a16:creationId xmlns:a16="http://schemas.microsoft.com/office/drawing/2014/main" id="{602B6126-057E-4274-86FB-E5986D9AB0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3">
              <a:extLst>
                <a:ext uri="{FF2B5EF4-FFF2-40B4-BE49-F238E27FC236}">
                  <a16:creationId xmlns:a16="http://schemas.microsoft.com/office/drawing/2014/main" id="{D5A04870-378E-494D-B757-BE6B09961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4">
              <a:extLst>
                <a:ext uri="{FF2B5EF4-FFF2-40B4-BE49-F238E27FC236}">
                  <a16:creationId xmlns:a16="http://schemas.microsoft.com/office/drawing/2014/main" id="{843CF982-F62C-4022-9EDA-9C82DBC7F4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4FE0C729-6032-4112-B924-AA95BF002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00600"/>
            <a:ext cx="2514600" cy="20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8785CA7-6303-4A92-B0C8-4F58C938C06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032" y="3360"/>
            <a:chExt cx="672" cy="48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64705910-D6FD-41A1-874D-8ABC3A327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6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34+R2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FB45823-1AE0-43EC-9B7A-E65EBCA39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2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761FAC8-FF2A-4582-B8BE-9F5A8F8E9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8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1" name="Line 100">
              <a:extLst>
                <a:ext uri="{FF2B5EF4-FFF2-40B4-BE49-F238E27FC236}">
                  <a16:creationId xmlns:a16="http://schemas.microsoft.com/office/drawing/2014/main" id="{9CC5BC66-474B-4701-B989-1620F5A3C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55500EB-C09E-4FDC-87AB-1A5374CCE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04"/>
              <a:ext cx="672" cy="16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zh-CN" sz="1800" b="1">
                  <a:latin typeface="Courier New" panose="02070309020205020404" pitchFamily="49" charset="0"/>
                </a:rPr>
                <a:t> 45+R3</a:t>
              </a:r>
            </a:p>
          </p:txBody>
        </p:sp>
      </p:grpSp>
      <p:sp>
        <p:nvSpPr>
          <p:cNvPr id="103" name="Text Box 102">
            <a:extLst>
              <a:ext uri="{FF2B5EF4-FFF2-40B4-BE49-F238E27FC236}">
                <a16:creationId xmlns:a16="http://schemas.microsoft.com/office/drawing/2014/main" id="{DB609370-45D0-41AF-A1BF-7EEBFE22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0939"/>
            <a:ext cx="1500188" cy="1608137"/>
          </a:xfrm>
          <a:prstGeom prst="rect">
            <a:avLst/>
          </a:prstGeom>
          <a:noFill/>
          <a:ln w="25400" algn="ctr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LD F6,34(R2)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FF3300"/>
                </a:solidFill>
                <a:latin typeface="Arial" panose="020B0604020202020204" pitchFamily="34" charset="0"/>
              </a:rPr>
              <a:t>LD F2,45(R3)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MULD F0,F2,F4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SUBD F8,F2,F6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DIVD F10,F0,F6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ADDD F6,F8,F2</a:t>
            </a:r>
          </a:p>
        </p:txBody>
      </p:sp>
    </p:spTree>
    <p:extLst>
      <p:ext uri="{BB962C8B-B14F-4D97-AF65-F5344CB8AC3E}">
        <p14:creationId xmlns:p14="http://schemas.microsoft.com/office/powerpoint/2010/main" val="28568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4BE0E29-4E8A-402C-9613-AFCED89D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104" name="Group 2">
            <a:extLst>
              <a:ext uri="{FF2B5EF4-FFF2-40B4-BE49-F238E27FC236}">
                <a16:creationId xmlns:a16="http://schemas.microsoft.com/office/drawing/2014/main" id="{C871E428-6902-4B1E-90DD-FF1744829E9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105" name="Rectangle 3">
              <a:extLst>
                <a:ext uri="{FF2B5EF4-FFF2-40B4-BE49-F238E27FC236}">
                  <a16:creationId xmlns:a16="http://schemas.microsoft.com/office/drawing/2014/main" id="{1C88C568-B252-4278-A22C-A460D847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106" name="Rectangle 4">
              <a:extLst>
                <a:ext uri="{FF2B5EF4-FFF2-40B4-BE49-F238E27FC236}">
                  <a16:creationId xmlns:a16="http://schemas.microsoft.com/office/drawing/2014/main" id="{E5221B3B-8595-4EFE-8AB5-21D0C2E21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" name="Rectangle 5">
              <a:extLst>
                <a:ext uri="{FF2B5EF4-FFF2-40B4-BE49-F238E27FC236}">
                  <a16:creationId xmlns:a16="http://schemas.microsoft.com/office/drawing/2014/main" id="{FCC39FF4-40E0-4241-B49E-47685A787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8" name="Rectangle 6">
            <a:extLst>
              <a:ext uri="{FF2B5EF4-FFF2-40B4-BE49-F238E27FC236}">
                <a16:creationId xmlns:a16="http://schemas.microsoft.com/office/drawing/2014/main" id="{CC2E215F-F49F-43CC-ACA6-1FF7180FD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109" name="Rectangle 7">
            <a:extLst>
              <a:ext uri="{FF2B5EF4-FFF2-40B4-BE49-F238E27FC236}">
                <a16:creationId xmlns:a16="http://schemas.microsoft.com/office/drawing/2014/main" id="{2FBCA35A-AB2F-4AB3-8BFF-BCA78417A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0" name="Rectangle 8">
            <a:extLst>
              <a:ext uri="{FF2B5EF4-FFF2-40B4-BE49-F238E27FC236}">
                <a16:creationId xmlns:a16="http://schemas.microsoft.com/office/drawing/2014/main" id="{93A11363-B452-4E22-8E0B-D63D3A901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1" name="Rectangle 9">
            <a:extLst>
              <a:ext uri="{FF2B5EF4-FFF2-40B4-BE49-F238E27FC236}">
                <a16:creationId xmlns:a16="http://schemas.microsoft.com/office/drawing/2014/main" id="{6787B683-AEF4-4E4D-857B-28F2EE484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2" name="Line 11">
            <a:extLst>
              <a:ext uri="{FF2B5EF4-FFF2-40B4-BE49-F238E27FC236}">
                <a16:creationId xmlns:a16="http://schemas.microsoft.com/office/drawing/2014/main" id="{B1648DE2-289D-46B7-BB5B-B19551708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Text Box 12">
            <a:extLst>
              <a:ext uri="{FF2B5EF4-FFF2-40B4-BE49-F238E27FC236}">
                <a16:creationId xmlns:a16="http://schemas.microsoft.com/office/drawing/2014/main" id="{7E7BF196-A89C-4875-8C77-C874C4FAB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C1A4C924-B2B7-46F1-8DE9-9779051EE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15" name="Rectangle 14">
            <a:extLst>
              <a:ext uri="{FF2B5EF4-FFF2-40B4-BE49-F238E27FC236}">
                <a16:creationId xmlns:a16="http://schemas.microsoft.com/office/drawing/2014/main" id="{DE590B52-476F-4BA7-BA8A-01CC96834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16" name="Line 15">
            <a:extLst>
              <a:ext uri="{FF2B5EF4-FFF2-40B4-BE49-F238E27FC236}">
                <a16:creationId xmlns:a16="http://schemas.microsoft.com/office/drawing/2014/main" id="{22231F69-9A2F-4077-AF10-CAD29C60C8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Line 16">
            <a:extLst>
              <a:ext uri="{FF2B5EF4-FFF2-40B4-BE49-F238E27FC236}">
                <a16:creationId xmlns:a16="http://schemas.microsoft.com/office/drawing/2014/main" id="{E7F19210-67B0-4A01-BCCD-5324A0603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Line 17">
            <a:extLst>
              <a:ext uri="{FF2B5EF4-FFF2-40B4-BE49-F238E27FC236}">
                <a16:creationId xmlns:a16="http://schemas.microsoft.com/office/drawing/2014/main" id="{B45035F1-B1A2-4254-A0E8-2CF5DCA5D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Line 18">
            <a:extLst>
              <a:ext uri="{FF2B5EF4-FFF2-40B4-BE49-F238E27FC236}">
                <a16:creationId xmlns:a16="http://schemas.microsoft.com/office/drawing/2014/main" id="{D8E9A6BE-8076-4E31-8A7E-446C54AE2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Text Box 19">
            <a:extLst>
              <a:ext uri="{FF2B5EF4-FFF2-40B4-BE49-F238E27FC236}">
                <a16:creationId xmlns:a16="http://schemas.microsoft.com/office/drawing/2014/main" id="{AB49B01E-12BF-4535-936F-510031F73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121" name="Line 20">
            <a:extLst>
              <a:ext uri="{FF2B5EF4-FFF2-40B4-BE49-F238E27FC236}">
                <a16:creationId xmlns:a16="http://schemas.microsoft.com/office/drawing/2014/main" id="{97557887-F98B-432A-AEE6-7AB9B8FC1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Line 21">
            <a:extLst>
              <a:ext uri="{FF2B5EF4-FFF2-40B4-BE49-F238E27FC236}">
                <a16:creationId xmlns:a16="http://schemas.microsoft.com/office/drawing/2014/main" id="{4E98569E-6167-45BD-932A-2744F31E07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Text Box 22">
            <a:extLst>
              <a:ext uri="{FF2B5EF4-FFF2-40B4-BE49-F238E27FC236}">
                <a16:creationId xmlns:a16="http://schemas.microsoft.com/office/drawing/2014/main" id="{A0F398FB-176C-48A1-ACB3-03F64869E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124" name="Group 23">
            <a:extLst>
              <a:ext uri="{FF2B5EF4-FFF2-40B4-BE49-F238E27FC236}">
                <a16:creationId xmlns:a16="http://schemas.microsoft.com/office/drawing/2014/main" id="{F248E396-EA2A-4952-8165-00E88C4E399E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125" name="Rectangle 24">
              <a:extLst>
                <a:ext uri="{FF2B5EF4-FFF2-40B4-BE49-F238E27FC236}">
                  <a16:creationId xmlns:a16="http://schemas.microsoft.com/office/drawing/2014/main" id="{EDFBE8B9-B9E2-4441-A2F9-2C227B333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6" name="Rectangle 25">
              <a:extLst>
                <a:ext uri="{FF2B5EF4-FFF2-40B4-BE49-F238E27FC236}">
                  <a16:creationId xmlns:a16="http://schemas.microsoft.com/office/drawing/2014/main" id="{7E89F650-B04B-4EDA-8EB6-F6C9BFE0F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7" name="Rectangle 26">
              <a:extLst>
                <a:ext uri="{FF2B5EF4-FFF2-40B4-BE49-F238E27FC236}">
                  <a16:creationId xmlns:a16="http://schemas.microsoft.com/office/drawing/2014/main" id="{20102BBE-634B-44E2-8076-25830DAE1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8" name="Rectangle 27">
              <a:extLst>
                <a:ext uri="{FF2B5EF4-FFF2-40B4-BE49-F238E27FC236}">
                  <a16:creationId xmlns:a16="http://schemas.microsoft.com/office/drawing/2014/main" id="{676B7EF3-BEF3-4187-A252-C7C2AF85F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9" name="Freeform 28">
            <a:extLst>
              <a:ext uri="{FF2B5EF4-FFF2-40B4-BE49-F238E27FC236}">
                <a16:creationId xmlns:a16="http://schemas.microsoft.com/office/drawing/2014/main" id="{5AD3C8F4-FEB7-4BF1-A8D3-98062AD160A6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Text Box 29">
            <a:extLst>
              <a:ext uri="{FF2B5EF4-FFF2-40B4-BE49-F238E27FC236}">
                <a16:creationId xmlns:a16="http://schemas.microsoft.com/office/drawing/2014/main" id="{9AE50D8A-1897-4C35-9350-962BBE7C4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131" name="Line 30">
            <a:extLst>
              <a:ext uri="{FF2B5EF4-FFF2-40B4-BE49-F238E27FC236}">
                <a16:creationId xmlns:a16="http://schemas.microsoft.com/office/drawing/2014/main" id="{5408B069-DBDB-40A9-836D-65B1F8DA3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" name="Text Box 31">
            <a:extLst>
              <a:ext uri="{FF2B5EF4-FFF2-40B4-BE49-F238E27FC236}">
                <a16:creationId xmlns:a16="http://schemas.microsoft.com/office/drawing/2014/main" id="{D72EC48B-A795-4ECF-8FC2-72D0FFF9D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133" name="Freeform 32">
            <a:extLst>
              <a:ext uri="{FF2B5EF4-FFF2-40B4-BE49-F238E27FC236}">
                <a16:creationId xmlns:a16="http://schemas.microsoft.com/office/drawing/2014/main" id="{F81F046D-B51F-4BFA-A402-45239FF18A5F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" name="Line 33">
            <a:extLst>
              <a:ext uri="{FF2B5EF4-FFF2-40B4-BE49-F238E27FC236}">
                <a16:creationId xmlns:a16="http://schemas.microsoft.com/office/drawing/2014/main" id="{F9EEE4E5-F5AB-42A0-BF26-DEE69904FE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Line 34">
            <a:extLst>
              <a:ext uri="{FF2B5EF4-FFF2-40B4-BE49-F238E27FC236}">
                <a16:creationId xmlns:a16="http://schemas.microsoft.com/office/drawing/2014/main" id="{308F55BC-8B7A-4127-B5F6-B2458F80B5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Text Box 35">
            <a:extLst>
              <a:ext uri="{FF2B5EF4-FFF2-40B4-BE49-F238E27FC236}">
                <a16:creationId xmlns:a16="http://schemas.microsoft.com/office/drawing/2014/main" id="{30469875-F3DA-4605-BD74-00A389426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137" name="Text Box 36">
            <a:extLst>
              <a:ext uri="{FF2B5EF4-FFF2-40B4-BE49-F238E27FC236}">
                <a16:creationId xmlns:a16="http://schemas.microsoft.com/office/drawing/2014/main" id="{CC16CBDD-CB37-4589-A29E-F6F396C9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138" name="AutoShape 37">
            <a:extLst>
              <a:ext uri="{FF2B5EF4-FFF2-40B4-BE49-F238E27FC236}">
                <a16:creationId xmlns:a16="http://schemas.microsoft.com/office/drawing/2014/main" id="{C7321871-5B42-429E-AB5D-AFFE3FF8E84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39" name="Text Box 38">
            <a:extLst>
              <a:ext uri="{FF2B5EF4-FFF2-40B4-BE49-F238E27FC236}">
                <a16:creationId xmlns:a16="http://schemas.microsoft.com/office/drawing/2014/main" id="{2729E313-51F3-40F6-B3E0-D387022B3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140" name="Text Box 39">
            <a:extLst>
              <a:ext uri="{FF2B5EF4-FFF2-40B4-BE49-F238E27FC236}">
                <a16:creationId xmlns:a16="http://schemas.microsoft.com/office/drawing/2014/main" id="{489341DC-7C1C-45B2-AA8C-FF26E0BDC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141" name="Group 40">
            <a:extLst>
              <a:ext uri="{FF2B5EF4-FFF2-40B4-BE49-F238E27FC236}">
                <a16:creationId xmlns:a16="http://schemas.microsoft.com/office/drawing/2014/main" id="{422B29BA-45C6-4DC5-BD6A-EA86016ED108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611B224F-B5F8-4B97-8992-E1E8B0BFF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" name="Rectangle 42">
              <a:extLst>
                <a:ext uri="{FF2B5EF4-FFF2-40B4-BE49-F238E27FC236}">
                  <a16:creationId xmlns:a16="http://schemas.microsoft.com/office/drawing/2014/main" id="{639A01ED-7BFC-47CA-A59B-0EB23D23A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4" name="Rectangle 43">
              <a:extLst>
                <a:ext uri="{FF2B5EF4-FFF2-40B4-BE49-F238E27FC236}">
                  <a16:creationId xmlns:a16="http://schemas.microsoft.com/office/drawing/2014/main" id="{B73D63C0-132A-4D40-BE38-853E03289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5" name="Rectangle 44">
              <a:extLst>
                <a:ext uri="{FF2B5EF4-FFF2-40B4-BE49-F238E27FC236}">
                  <a16:creationId xmlns:a16="http://schemas.microsoft.com/office/drawing/2014/main" id="{2DED77E4-CAF4-4E77-B964-3AFC6FA99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" name="Rectangle 45">
              <a:extLst>
                <a:ext uri="{FF2B5EF4-FFF2-40B4-BE49-F238E27FC236}">
                  <a16:creationId xmlns:a16="http://schemas.microsoft.com/office/drawing/2014/main" id="{3E3B0421-1363-4349-B780-9F0B357BC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7" name="Rectangle 46">
              <a:extLst>
                <a:ext uri="{FF2B5EF4-FFF2-40B4-BE49-F238E27FC236}">
                  <a16:creationId xmlns:a16="http://schemas.microsoft.com/office/drawing/2014/main" id="{1285EB45-47AB-4AAC-AC78-51712A523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48" name="Text Box 47">
            <a:extLst>
              <a:ext uri="{FF2B5EF4-FFF2-40B4-BE49-F238E27FC236}">
                <a16:creationId xmlns:a16="http://schemas.microsoft.com/office/drawing/2014/main" id="{6261BD32-F819-4032-A92F-03279FB6B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49" name="Line 48">
            <a:extLst>
              <a:ext uri="{FF2B5EF4-FFF2-40B4-BE49-F238E27FC236}">
                <a16:creationId xmlns:a16="http://schemas.microsoft.com/office/drawing/2014/main" id="{9C3DA09F-5D44-44BF-BF7C-19799D0D0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Text Box 49">
            <a:extLst>
              <a:ext uri="{FF2B5EF4-FFF2-40B4-BE49-F238E27FC236}">
                <a16:creationId xmlns:a16="http://schemas.microsoft.com/office/drawing/2014/main" id="{D9311B72-6C6A-46B1-99D8-15251B2CA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151" name="Text Box 50">
            <a:extLst>
              <a:ext uri="{FF2B5EF4-FFF2-40B4-BE49-F238E27FC236}">
                <a16:creationId xmlns:a16="http://schemas.microsoft.com/office/drawing/2014/main" id="{9A63691C-669E-4FDA-A52A-2CE894EAC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152" name="Text Box 51">
            <a:extLst>
              <a:ext uri="{FF2B5EF4-FFF2-40B4-BE49-F238E27FC236}">
                <a16:creationId xmlns:a16="http://schemas.microsoft.com/office/drawing/2014/main" id="{FFB00FCE-7465-409A-B30E-61AA435CF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153" name="Line 52">
            <a:extLst>
              <a:ext uri="{FF2B5EF4-FFF2-40B4-BE49-F238E27FC236}">
                <a16:creationId xmlns:a16="http://schemas.microsoft.com/office/drawing/2014/main" id="{B4FD6386-8D10-4CAD-B443-A752A73F9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Line 53">
            <a:extLst>
              <a:ext uri="{FF2B5EF4-FFF2-40B4-BE49-F238E27FC236}">
                <a16:creationId xmlns:a16="http://schemas.microsoft.com/office/drawing/2014/main" id="{AC7CC922-E052-433A-B1DD-AC72E76F8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5" name="Group 54">
            <a:extLst>
              <a:ext uri="{FF2B5EF4-FFF2-40B4-BE49-F238E27FC236}">
                <a16:creationId xmlns:a16="http://schemas.microsoft.com/office/drawing/2014/main" id="{3C3463C2-249D-4F6C-BAA7-B7F606E2F2D6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156" name="Line 55">
              <a:extLst>
                <a:ext uri="{FF2B5EF4-FFF2-40B4-BE49-F238E27FC236}">
                  <a16:creationId xmlns:a16="http://schemas.microsoft.com/office/drawing/2014/main" id="{5895BA7D-C51B-4D01-BCC2-442760A9A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56">
              <a:extLst>
                <a:ext uri="{FF2B5EF4-FFF2-40B4-BE49-F238E27FC236}">
                  <a16:creationId xmlns:a16="http://schemas.microsoft.com/office/drawing/2014/main" id="{7EC9D66F-1D0F-4700-AFFA-1B82701EAD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57">
              <a:extLst>
                <a:ext uri="{FF2B5EF4-FFF2-40B4-BE49-F238E27FC236}">
                  <a16:creationId xmlns:a16="http://schemas.microsoft.com/office/drawing/2014/main" id="{1268E225-6AE2-437E-B305-793FAE63C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Freeform 58">
              <a:extLst>
                <a:ext uri="{FF2B5EF4-FFF2-40B4-BE49-F238E27FC236}">
                  <a16:creationId xmlns:a16="http://schemas.microsoft.com/office/drawing/2014/main" id="{F736D595-BE2D-4CC7-B7CF-03C37AEC5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Line 59">
              <a:extLst>
                <a:ext uri="{FF2B5EF4-FFF2-40B4-BE49-F238E27FC236}">
                  <a16:creationId xmlns:a16="http://schemas.microsoft.com/office/drawing/2014/main" id="{771F6F10-D131-43E0-B916-9767AAE77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Freeform 60">
              <a:extLst>
                <a:ext uri="{FF2B5EF4-FFF2-40B4-BE49-F238E27FC236}">
                  <a16:creationId xmlns:a16="http://schemas.microsoft.com/office/drawing/2014/main" id="{9C409622-4917-4ECF-BCAA-4D9B2917D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Line 61">
              <a:extLst>
                <a:ext uri="{FF2B5EF4-FFF2-40B4-BE49-F238E27FC236}">
                  <a16:creationId xmlns:a16="http://schemas.microsoft.com/office/drawing/2014/main" id="{87BC003D-639C-4B6F-913B-C7884F7D33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Line 62">
              <a:extLst>
                <a:ext uri="{FF2B5EF4-FFF2-40B4-BE49-F238E27FC236}">
                  <a16:creationId xmlns:a16="http://schemas.microsoft.com/office/drawing/2014/main" id="{BEB48AEF-31ED-47DD-82F1-44F887424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63">
              <a:extLst>
                <a:ext uri="{FF2B5EF4-FFF2-40B4-BE49-F238E27FC236}">
                  <a16:creationId xmlns:a16="http://schemas.microsoft.com/office/drawing/2014/main" id="{071C395D-6D92-4953-926B-CE3D532BC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Line 64">
              <a:extLst>
                <a:ext uri="{FF2B5EF4-FFF2-40B4-BE49-F238E27FC236}">
                  <a16:creationId xmlns:a16="http://schemas.microsoft.com/office/drawing/2014/main" id="{3262FF7A-5B69-4880-8404-FE0E501973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6" name="Rectangle 65">
            <a:extLst>
              <a:ext uri="{FF2B5EF4-FFF2-40B4-BE49-F238E27FC236}">
                <a16:creationId xmlns:a16="http://schemas.microsoft.com/office/drawing/2014/main" id="{9E9ADD11-6938-440C-90AD-C3B2417D6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00600"/>
            <a:ext cx="2514600" cy="20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sz="1800" b="1">
                <a:latin typeface="Courier New" panose="02070309020205020404" pitchFamily="49" charset="0"/>
              </a:rPr>
              <a:t> MULD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ROB2,</a:t>
            </a:r>
            <a:r>
              <a:rPr lang="en-US" altLang="zh-CN" sz="1800" b="1">
                <a:latin typeface="Courier New" panose="02070309020205020404" pitchFamily="49" charset="0"/>
              </a:rPr>
              <a:t>R(F4)</a:t>
            </a:r>
          </a:p>
        </p:txBody>
      </p:sp>
      <p:grpSp>
        <p:nvGrpSpPr>
          <p:cNvPr id="167" name="Group 66">
            <a:extLst>
              <a:ext uri="{FF2B5EF4-FFF2-40B4-BE49-F238E27FC236}">
                <a16:creationId xmlns:a16="http://schemas.microsoft.com/office/drawing/2014/main" id="{6C27F8CE-5C53-4DE7-9CF6-D2CBBB9F2A5A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168" name="Group 67">
              <a:extLst>
                <a:ext uri="{FF2B5EF4-FFF2-40B4-BE49-F238E27FC236}">
                  <a16:creationId xmlns:a16="http://schemas.microsoft.com/office/drawing/2014/main" id="{FC8552EE-A848-4E5D-BC9E-122FBFF51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181" name="Rectangle 68">
                <a:extLst>
                  <a:ext uri="{FF2B5EF4-FFF2-40B4-BE49-F238E27FC236}">
                    <a16:creationId xmlns:a16="http://schemas.microsoft.com/office/drawing/2014/main" id="{11507AEC-89EE-407B-9F42-36D672B7A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2" name="Rectangle 69">
                <a:extLst>
                  <a:ext uri="{FF2B5EF4-FFF2-40B4-BE49-F238E27FC236}">
                    <a16:creationId xmlns:a16="http://schemas.microsoft.com/office/drawing/2014/main" id="{8ED524EB-F6F5-4FB1-9A1D-80CA18784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3" name="Rectangle 70">
                <a:extLst>
                  <a:ext uri="{FF2B5EF4-FFF2-40B4-BE49-F238E27FC236}">
                    <a16:creationId xmlns:a16="http://schemas.microsoft.com/office/drawing/2014/main" id="{AEBFB74E-7945-4ADC-81CC-1273780D3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4" name="Rectangle 71">
                <a:extLst>
                  <a:ext uri="{FF2B5EF4-FFF2-40B4-BE49-F238E27FC236}">
                    <a16:creationId xmlns:a16="http://schemas.microsoft.com/office/drawing/2014/main" id="{F9351243-E8FD-481C-8B18-59A397F02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5" name="Rectangle 72">
                <a:extLst>
                  <a:ext uri="{FF2B5EF4-FFF2-40B4-BE49-F238E27FC236}">
                    <a16:creationId xmlns:a16="http://schemas.microsoft.com/office/drawing/2014/main" id="{F638EB50-C925-4FF5-AF0F-B254308A4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6" name="Rectangle 73">
                <a:extLst>
                  <a:ext uri="{FF2B5EF4-FFF2-40B4-BE49-F238E27FC236}">
                    <a16:creationId xmlns:a16="http://schemas.microsoft.com/office/drawing/2014/main" id="{888FFEF7-A1B9-4519-93F1-1F0BA04937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7" name="Rectangle 74">
                <a:extLst>
                  <a:ext uri="{FF2B5EF4-FFF2-40B4-BE49-F238E27FC236}">
                    <a16:creationId xmlns:a16="http://schemas.microsoft.com/office/drawing/2014/main" id="{6ECE2A96-2E7A-46CB-B125-F5787A58A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8" name="Rectangle 75">
                <a:extLst>
                  <a:ext uri="{FF2B5EF4-FFF2-40B4-BE49-F238E27FC236}">
                    <a16:creationId xmlns:a16="http://schemas.microsoft.com/office/drawing/2014/main" id="{B2CC1FEC-1E2F-4E06-A8CC-53385FD5F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89" name="Rectangle 76">
                <a:extLst>
                  <a:ext uri="{FF2B5EF4-FFF2-40B4-BE49-F238E27FC236}">
                    <a16:creationId xmlns:a16="http://schemas.microsoft.com/office/drawing/2014/main" id="{E3DF802A-78ED-41F1-95DA-BEB40B2FE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90" name="Rectangle 77">
                <a:extLst>
                  <a:ext uri="{FF2B5EF4-FFF2-40B4-BE49-F238E27FC236}">
                    <a16:creationId xmlns:a16="http://schemas.microsoft.com/office/drawing/2014/main" id="{906770C6-947D-4BB6-9965-087FB106F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91" name="Rectangle 78">
                <a:extLst>
                  <a:ext uri="{FF2B5EF4-FFF2-40B4-BE49-F238E27FC236}">
                    <a16:creationId xmlns:a16="http://schemas.microsoft.com/office/drawing/2014/main" id="{855CA6DE-1F49-4541-A296-FC08D7135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92" name="Rectangle 79">
                <a:extLst>
                  <a:ext uri="{FF2B5EF4-FFF2-40B4-BE49-F238E27FC236}">
                    <a16:creationId xmlns:a16="http://schemas.microsoft.com/office/drawing/2014/main" id="{95D16B71-859A-4A99-9676-448CD5AB0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93" name="Rectangle 80">
                <a:extLst>
                  <a:ext uri="{FF2B5EF4-FFF2-40B4-BE49-F238E27FC236}">
                    <a16:creationId xmlns:a16="http://schemas.microsoft.com/office/drawing/2014/main" id="{2367A1F9-6F52-478B-AB7B-4E21F972C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94" name="Rectangle 81">
                <a:extLst>
                  <a:ext uri="{FF2B5EF4-FFF2-40B4-BE49-F238E27FC236}">
                    <a16:creationId xmlns:a16="http://schemas.microsoft.com/office/drawing/2014/main" id="{C196E6AE-50D6-4826-9589-D3A4FB873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95" name="Rectangle 82">
                <a:extLst>
                  <a:ext uri="{FF2B5EF4-FFF2-40B4-BE49-F238E27FC236}">
                    <a16:creationId xmlns:a16="http://schemas.microsoft.com/office/drawing/2014/main" id="{D24E10E5-4916-4E6B-94C8-ADA991278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96" name="Rectangle 83">
                <a:extLst>
                  <a:ext uri="{FF2B5EF4-FFF2-40B4-BE49-F238E27FC236}">
                    <a16:creationId xmlns:a16="http://schemas.microsoft.com/office/drawing/2014/main" id="{B45DA3A0-0B50-4D4B-AFA2-16D255396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169" name="Rectangle 84">
              <a:extLst>
                <a:ext uri="{FF2B5EF4-FFF2-40B4-BE49-F238E27FC236}">
                  <a16:creationId xmlns:a16="http://schemas.microsoft.com/office/drawing/2014/main" id="{DF3204C5-B7C7-4F7C-956A-416A61546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170" name="Rectangle 85">
              <a:extLst>
                <a:ext uri="{FF2B5EF4-FFF2-40B4-BE49-F238E27FC236}">
                  <a16:creationId xmlns:a16="http://schemas.microsoft.com/office/drawing/2014/main" id="{F0214805-F908-4B18-8181-3B0FB1700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171" name="Rectangle 86">
              <a:extLst>
                <a:ext uri="{FF2B5EF4-FFF2-40B4-BE49-F238E27FC236}">
                  <a16:creationId xmlns:a16="http://schemas.microsoft.com/office/drawing/2014/main" id="{EA881E24-BEF2-4062-A04B-F0FEECF6B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172" name="Rectangle 87">
              <a:extLst>
                <a:ext uri="{FF2B5EF4-FFF2-40B4-BE49-F238E27FC236}">
                  <a16:creationId xmlns:a16="http://schemas.microsoft.com/office/drawing/2014/main" id="{F995496C-12F0-41E5-9C57-F0D414015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173" name="Rectangle 88">
              <a:extLst>
                <a:ext uri="{FF2B5EF4-FFF2-40B4-BE49-F238E27FC236}">
                  <a16:creationId xmlns:a16="http://schemas.microsoft.com/office/drawing/2014/main" id="{8760BF4B-97C8-4225-8DBC-BCE17F092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174" name="Rectangle 89">
              <a:extLst>
                <a:ext uri="{FF2B5EF4-FFF2-40B4-BE49-F238E27FC236}">
                  <a16:creationId xmlns:a16="http://schemas.microsoft.com/office/drawing/2014/main" id="{19E37356-E4C8-4C9B-BF54-AFC3EF511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175" name="Rectangle 90">
              <a:extLst>
                <a:ext uri="{FF2B5EF4-FFF2-40B4-BE49-F238E27FC236}">
                  <a16:creationId xmlns:a16="http://schemas.microsoft.com/office/drawing/2014/main" id="{6AF5549B-196D-4506-AF47-0FDD1F44C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MULD F0,F2,F4</a:t>
              </a:r>
            </a:p>
          </p:txBody>
        </p:sp>
        <p:sp>
          <p:nvSpPr>
            <p:cNvPr id="176" name="Rectangle 91">
              <a:extLst>
                <a:ext uri="{FF2B5EF4-FFF2-40B4-BE49-F238E27FC236}">
                  <a16:creationId xmlns:a16="http://schemas.microsoft.com/office/drawing/2014/main" id="{BABA8C5C-4CD8-466E-8526-E9255A4EF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F2,45(R3)</a:t>
              </a:r>
            </a:p>
          </p:txBody>
        </p:sp>
        <p:sp>
          <p:nvSpPr>
            <p:cNvPr id="177" name="Rectangle 92">
              <a:extLst>
                <a:ext uri="{FF2B5EF4-FFF2-40B4-BE49-F238E27FC236}">
                  <a16:creationId xmlns:a16="http://schemas.microsoft.com/office/drawing/2014/main" id="{ABA77377-A1F0-42C3-8527-829F73181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F6,34(R2)</a:t>
              </a:r>
            </a:p>
          </p:txBody>
        </p:sp>
        <p:sp>
          <p:nvSpPr>
            <p:cNvPr id="178" name="Rectangle 93">
              <a:extLst>
                <a:ext uri="{FF2B5EF4-FFF2-40B4-BE49-F238E27FC236}">
                  <a16:creationId xmlns:a16="http://schemas.microsoft.com/office/drawing/2014/main" id="{13A48958-2E7E-499A-A12D-1733020D6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179" name="Rectangle 94">
              <a:extLst>
                <a:ext uri="{FF2B5EF4-FFF2-40B4-BE49-F238E27FC236}">
                  <a16:creationId xmlns:a16="http://schemas.microsoft.com/office/drawing/2014/main" id="{5FC3EC68-0F80-40E6-B878-7219B119D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180" name="Rectangle 95">
              <a:extLst>
                <a:ext uri="{FF2B5EF4-FFF2-40B4-BE49-F238E27FC236}">
                  <a16:creationId xmlns:a16="http://schemas.microsoft.com/office/drawing/2014/main" id="{94FFD14C-676E-4645-A769-75AFA221F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grpSp>
        <p:nvGrpSpPr>
          <p:cNvPr id="197" name="Group 96">
            <a:extLst>
              <a:ext uri="{FF2B5EF4-FFF2-40B4-BE49-F238E27FC236}">
                <a16:creationId xmlns:a16="http://schemas.microsoft.com/office/drawing/2014/main" id="{F24BEBD4-72B3-47EF-9A6E-71C56B0E85A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032" y="3360"/>
            <a:chExt cx="672" cy="480"/>
          </a:xfrm>
        </p:grpSpPr>
        <p:sp>
          <p:nvSpPr>
            <p:cNvPr id="198" name="Rectangle 97">
              <a:extLst>
                <a:ext uri="{FF2B5EF4-FFF2-40B4-BE49-F238E27FC236}">
                  <a16:creationId xmlns:a16="http://schemas.microsoft.com/office/drawing/2014/main" id="{927CD85B-DA99-4FED-A818-550E5AADD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6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34+R2</a:t>
              </a:r>
            </a:p>
          </p:txBody>
        </p:sp>
        <p:sp>
          <p:nvSpPr>
            <p:cNvPr id="199" name="Rectangle 98">
              <a:extLst>
                <a:ext uri="{FF2B5EF4-FFF2-40B4-BE49-F238E27FC236}">
                  <a16:creationId xmlns:a16="http://schemas.microsoft.com/office/drawing/2014/main" id="{1D60DB90-5BCD-4A9E-9A0E-4A2D8EF49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2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0" name="Rectangle 99">
              <a:extLst>
                <a:ext uri="{FF2B5EF4-FFF2-40B4-BE49-F238E27FC236}">
                  <a16:creationId xmlns:a16="http://schemas.microsoft.com/office/drawing/2014/main" id="{05A58FE5-03B6-43AE-BD2E-82158A0FD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8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1" name="Line 100">
              <a:extLst>
                <a:ext uri="{FF2B5EF4-FFF2-40B4-BE49-F238E27FC236}">
                  <a16:creationId xmlns:a16="http://schemas.microsoft.com/office/drawing/2014/main" id="{4327CC49-102E-4C65-B663-F3E2D837E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Rectangle 101">
              <a:extLst>
                <a:ext uri="{FF2B5EF4-FFF2-40B4-BE49-F238E27FC236}">
                  <a16:creationId xmlns:a16="http://schemas.microsoft.com/office/drawing/2014/main" id="{89D465F7-AB02-4C18-AE15-1F365C721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04"/>
              <a:ext cx="672" cy="16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zh-CN" sz="1800" b="1">
                  <a:latin typeface="Courier New" panose="02070309020205020404" pitchFamily="49" charset="0"/>
                </a:rPr>
                <a:t> 45+R3</a:t>
              </a:r>
            </a:p>
          </p:txBody>
        </p:sp>
      </p:grpSp>
      <p:sp>
        <p:nvSpPr>
          <p:cNvPr id="203" name="Text Box 102">
            <a:extLst>
              <a:ext uri="{FF2B5EF4-FFF2-40B4-BE49-F238E27FC236}">
                <a16:creationId xmlns:a16="http://schemas.microsoft.com/office/drawing/2014/main" id="{3F71AB94-6E97-4F64-B08D-94FAB68AE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0939"/>
            <a:ext cx="1500188" cy="1608137"/>
          </a:xfrm>
          <a:prstGeom prst="rect">
            <a:avLst/>
          </a:prstGeom>
          <a:noFill/>
          <a:ln w="25400" algn="ctr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LD F6,34(R2)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LD F2,45(R3)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FF3300"/>
                </a:solidFill>
                <a:latin typeface="Arial" panose="020B0604020202020204" pitchFamily="34" charset="0"/>
              </a:rPr>
              <a:t>MULD F0,F2,F4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SUBD F8,F2,F6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DIVD F10,F0,F6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ADDD F6,F8,F2</a:t>
            </a:r>
          </a:p>
        </p:txBody>
      </p:sp>
    </p:spTree>
    <p:extLst>
      <p:ext uri="{BB962C8B-B14F-4D97-AF65-F5344CB8AC3E}">
        <p14:creationId xmlns:p14="http://schemas.microsoft.com/office/powerpoint/2010/main" val="3032300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B548FE-7C74-401C-B3EB-17150199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03E8E5A-194C-4496-B731-34EB748C77B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7EED603-8021-4025-A370-9A8528C38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24C97791-B8BC-401D-9BA6-E42CE91E0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B035513-3E0C-485F-9F57-F78EA328D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0BEF6A5D-53AE-4B35-91AC-97B3178DA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4 </a:t>
            </a:r>
            <a:r>
              <a:rPr lang="en-US" altLang="zh-CN" sz="1800" b="1">
                <a:latin typeface="Courier New" panose="02070309020205020404" pitchFamily="49" charset="0"/>
              </a:rPr>
              <a:t>SUBD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ROB2,ROB1</a:t>
            </a:r>
            <a:endParaRPr lang="en-US" altLang="zh-CN" sz="1600" b="1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55468F7-0398-46D7-92BA-699CBCC26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B7276DCF-2B7C-4F59-998B-98571FB52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604FF97-CE0B-4A05-BCD5-637446C5E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F40F6E42-1C2A-4BF6-9A7D-E5B34E75A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75DA46C2-597A-4260-8CE1-0BA31DD58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9B86C9-2351-4BE1-9EA3-56FECC28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DF7E0A-12B8-4617-BA44-93E42F829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805A7BE2-9F6A-4716-A7B6-C753A99A4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41A1A103-E9B7-463B-862F-F6F23FB5B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5F508EF6-C174-4839-A5E4-9DC7C55E9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99123314-5028-48C9-B98A-36CEA18F2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EE92C2E6-8D29-4F53-A096-F17B7E2E8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75E511BB-60F8-4A20-8810-BCC9C15057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EEDB05F3-84DB-47BA-BCA8-5E085CB5FC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A65FAFA6-3207-425C-AB36-615804090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2FA9F3-718A-4B50-AAAE-CD8862BCB17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9706166-D05B-4527-AF4D-C22701372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50F029-1573-4AA7-A8C4-963C2C0D3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4C9EAB4-266C-451F-9EF9-9CD67F1CB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5639B0E-5440-4630-849E-C0F313719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9" name="Freeform 28">
            <a:extLst>
              <a:ext uri="{FF2B5EF4-FFF2-40B4-BE49-F238E27FC236}">
                <a16:creationId xmlns:a16="http://schemas.microsoft.com/office/drawing/2014/main" id="{E131B0C8-92C9-49E1-8CF5-4D5339EDCD00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4A5F851C-F641-4AA8-86F3-507030D9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6B8473CF-2398-42B2-992D-699860F54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217EB9BA-C331-422A-B759-EA38CD8DC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ECFCA528-6B56-4E35-BD32-05EB14EF28A8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CBE6840F-A69A-4DE0-90FB-4968B65256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8F0838A6-617C-456B-9F42-8843AAC4F6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2BDEEF0C-4774-4347-B654-E61A2FCCF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EEE1B307-E3F6-471B-9AA4-E8489C4EA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8" name="AutoShape 37">
            <a:extLst>
              <a:ext uri="{FF2B5EF4-FFF2-40B4-BE49-F238E27FC236}">
                <a16:creationId xmlns:a16="http://schemas.microsoft.com/office/drawing/2014/main" id="{A32A1A54-D5E0-4B83-A000-00FF13338D2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6B52771D-87CF-41B8-B88F-EE4674552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40" name="Text Box 39">
            <a:extLst>
              <a:ext uri="{FF2B5EF4-FFF2-40B4-BE49-F238E27FC236}">
                <a16:creationId xmlns:a16="http://schemas.microsoft.com/office/drawing/2014/main" id="{02AB3311-325C-4868-AB8D-909B0CB11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D116E95-E4BB-475F-9F59-CA67782E8E47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34FCAE8-D655-48D6-A665-CD28DDBD2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828A9CB-2643-4F82-B65B-654DB453B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B03CE25-3F05-432B-B861-6097C066D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9DD1BC8-E964-4226-961F-261D5AD48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0DC9659-1704-4A38-A83B-5636131DD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B03A214-510E-4516-B987-EFFD66DF2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8" name="Text Box 47">
            <a:extLst>
              <a:ext uri="{FF2B5EF4-FFF2-40B4-BE49-F238E27FC236}">
                <a16:creationId xmlns:a16="http://schemas.microsoft.com/office/drawing/2014/main" id="{7DB45051-E824-4B60-8F0E-F49AD1DBC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49" name="Line 48">
            <a:extLst>
              <a:ext uri="{FF2B5EF4-FFF2-40B4-BE49-F238E27FC236}">
                <a16:creationId xmlns:a16="http://schemas.microsoft.com/office/drawing/2014/main" id="{34E6EA06-6A8B-4FC8-913C-9ACF243CAF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49">
            <a:extLst>
              <a:ext uri="{FF2B5EF4-FFF2-40B4-BE49-F238E27FC236}">
                <a16:creationId xmlns:a16="http://schemas.microsoft.com/office/drawing/2014/main" id="{7C0E038F-7089-4753-AE99-B9393AAF3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1" name="Text Box 50">
            <a:extLst>
              <a:ext uri="{FF2B5EF4-FFF2-40B4-BE49-F238E27FC236}">
                <a16:creationId xmlns:a16="http://schemas.microsoft.com/office/drawing/2014/main" id="{9B520D1E-8662-4D31-A194-B1A7C79C8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52" name="Text Box 51">
            <a:extLst>
              <a:ext uri="{FF2B5EF4-FFF2-40B4-BE49-F238E27FC236}">
                <a16:creationId xmlns:a16="http://schemas.microsoft.com/office/drawing/2014/main" id="{DABE6CEA-21CF-41E7-9711-125DD67DD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F0B3811F-D469-4C83-9981-78C96019F2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53">
            <a:extLst>
              <a:ext uri="{FF2B5EF4-FFF2-40B4-BE49-F238E27FC236}">
                <a16:creationId xmlns:a16="http://schemas.microsoft.com/office/drawing/2014/main" id="{8365827D-71D0-42BC-BB9B-81CD3F892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5ED9F00-C5DF-4000-A88A-B58D91F6AC5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4CE3F60F-0A07-44E2-9C4D-2BF33E8EC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69B7075A-255D-46AA-83FD-1204988D84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564AC9FE-7E98-477C-AD56-76B0F58355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46628D2-BC13-4B19-80FC-F270FB49B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5C2A754E-1414-4438-9E28-C1920AE3B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C0AABA8-86AF-4237-AE2C-C0ECC29DB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64105F18-DBEA-43DA-8278-EF5D52627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CD77AFB9-ECAB-4036-91B7-556D27A55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1D9242F7-2F2F-427F-A516-3D82ACBC8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6097609E-11F1-4796-9434-3DD71ACF3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A533793A-F913-4DEC-BE52-307A72578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00600"/>
            <a:ext cx="2514600" cy="20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sz="1800" b="1">
                <a:latin typeface="Courier New" panose="02070309020205020404" pitchFamily="49" charset="0"/>
              </a:rPr>
              <a:t> MULD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ROB2,</a:t>
            </a:r>
            <a:r>
              <a:rPr lang="en-US" altLang="zh-CN" sz="1800" b="1">
                <a:latin typeface="Courier New" panose="02070309020205020404" pitchFamily="49" charset="0"/>
              </a:rPr>
              <a:t>R(F4)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B9BD753-1C58-4511-B6F5-C2D93A88D7E4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032" y="3360"/>
            <a:chExt cx="672" cy="48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86692F7-D8AA-41E5-8FB6-5D7D2DB74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6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34+R2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D2210A3-DB4D-4B78-90EA-73776E442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2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049117C-79B6-4A56-AC34-EC307CEF3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8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06FDD5B3-36E3-4903-8220-670B30870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F82EC6F-5BE7-489D-BC08-8B125C26C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04"/>
              <a:ext cx="672" cy="16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zh-CN" sz="1800" b="1">
                  <a:latin typeface="Courier New" panose="02070309020205020404" pitchFamily="49" charset="0"/>
                </a:rPr>
                <a:t> 45+R3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2270121-6ECA-47BE-AF82-4912D78EF3C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47B431F-96D1-4E51-9D4B-3265E11907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87" name="Rectangle 74">
                <a:extLst>
                  <a:ext uri="{FF2B5EF4-FFF2-40B4-BE49-F238E27FC236}">
                    <a16:creationId xmlns:a16="http://schemas.microsoft.com/office/drawing/2014/main" id="{163C6DD4-1344-4687-82A1-5C6A28C47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8" name="Rectangle 75">
                <a:extLst>
                  <a:ext uri="{FF2B5EF4-FFF2-40B4-BE49-F238E27FC236}">
                    <a16:creationId xmlns:a16="http://schemas.microsoft.com/office/drawing/2014/main" id="{B1AB8653-E9CA-488C-8425-FA1E997B4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9" name="Rectangle 76">
                <a:extLst>
                  <a:ext uri="{FF2B5EF4-FFF2-40B4-BE49-F238E27FC236}">
                    <a16:creationId xmlns:a16="http://schemas.microsoft.com/office/drawing/2014/main" id="{9C4CABB7-EC10-48E2-B568-C32629A80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0" name="Rectangle 77">
                <a:extLst>
                  <a:ext uri="{FF2B5EF4-FFF2-40B4-BE49-F238E27FC236}">
                    <a16:creationId xmlns:a16="http://schemas.microsoft.com/office/drawing/2014/main" id="{9D10F38F-76A3-426D-9DD1-F2BDD94ED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1" name="Rectangle 78">
                <a:extLst>
                  <a:ext uri="{FF2B5EF4-FFF2-40B4-BE49-F238E27FC236}">
                    <a16:creationId xmlns:a16="http://schemas.microsoft.com/office/drawing/2014/main" id="{60E0CFA7-7B8B-4772-B59F-19FC584C6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2" name="Rectangle 79">
                <a:extLst>
                  <a:ext uri="{FF2B5EF4-FFF2-40B4-BE49-F238E27FC236}">
                    <a16:creationId xmlns:a16="http://schemas.microsoft.com/office/drawing/2014/main" id="{41459C86-6DC1-42B9-BA9B-F42D13906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3" name="Rectangle 80">
                <a:extLst>
                  <a:ext uri="{FF2B5EF4-FFF2-40B4-BE49-F238E27FC236}">
                    <a16:creationId xmlns:a16="http://schemas.microsoft.com/office/drawing/2014/main" id="{A3783BC7-92BD-4FD5-803F-2EC01B574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4" name="Rectangle 81">
                <a:extLst>
                  <a:ext uri="{FF2B5EF4-FFF2-40B4-BE49-F238E27FC236}">
                    <a16:creationId xmlns:a16="http://schemas.microsoft.com/office/drawing/2014/main" id="{C64016F6-7618-422F-B956-70228C4C1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5" name="Rectangle 82">
                <a:extLst>
                  <a:ext uri="{FF2B5EF4-FFF2-40B4-BE49-F238E27FC236}">
                    <a16:creationId xmlns:a16="http://schemas.microsoft.com/office/drawing/2014/main" id="{F68ADD1E-D4F1-48E9-8D9C-22BF6386B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6" name="Rectangle 83">
                <a:extLst>
                  <a:ext uri="{FF2B5EF4-FFF2-40B4-BE49-F238E27FC236}">
                    <a16:creationId xmlns:a16="http://schemas.microsoft.com/office/drawing/2014/main" id="{84EEB9BE-B81C-4B07-8F11-E82CE59AC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7" name="Rectangle 84">
                <a:extLst>
                  <a:ext uri="{FF2B5EF4-FFF2-40B4-BE49-F238E27FC236}">
                    <a16:creationId xmlns:a16="http://schemas.microsoft.com/office/drawing/2014/main" id="{E3BA2D09-9F90-43EE-80E0-E8E994E95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8" name="Rectangle 85">
                <a:extLst>
                  <a:ext uri="{FF2B5EF4-FFF2-40B4-BE49-F238E27FC236}">
                    <a16:creationId xmlns:a16="http://schemas.microsoft.com/office/drawing/2014/main" id="{53AAC59A-156F-48EE-BF71-BA1E7CF26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9" name="Rectangle 86">
                <a:extLst>
                  <a:ext uri="{FF2B5EF4-FFF2-40B4-BE49-F238E27FC236}">
                    <a16:creationId xmlns:a16="http://schemas.microsoft.com/office/drawing/2014/main" id="{0988C06B-B8A0-4458-945D-2A70A335D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F8</a:t>
                </a:r>
              </a:p>
            </p:txBody>
          </p:sp>
          <p:sp>
            <p:nvSpPr>
              <p:cNvPr id="100" name="Rectangle 87">
                <a:extLst>
                  <a:ext uri="{FF2B5EF4-FFF2-40B4-BE49-F238E27FC236}">
                    <a16:creationId xmlns:a16="http://schemas.microsoft.com/office/drawing/2014/main" id="{0343F84F-5532-46B6-98DE-F779E71C3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01" name="Rectangle 88">
                <a:extLst>
                  <a:ext uri="{FF2B5EF4-FFF2-40B4-BE49-F238E27FC236}">
                    <a16:creationId xmlns:a16="http://schemas.microsoft.com/office/drawing/2014/main" id="{381D8D67-68D5-4DE5-9717-C82933418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SUBD F8,F2,F6</a:t>
                </a:r>
              </a:p>
            </p:txBody>
          </p:sp>
          <p:sp>
            <p:nvSpPr>
              <p:cNvPr id="102" name="Rectangle 89">
                <a:extLst>
                  <a:ext uri="{FF2B5EF4-FFF2-40B4-BE49-F238E27FC236}">
                    <a16:creationId xmlns:a16="http://schemas.microsoft.com/office/drawing/2014/main" id="{FF3E3FEE-F0EF-4A06-97BE-BAC2EEF78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75" name="Rectangle 90">
              <a:extLst>
                <a:ext uri="{FF2B5EF4-FFF2-40B4-BE49-F238E27FC236}">
                  <a16:creationId xmlns:a16="http://schemas.microsoft.com/office/drawing/2014/main" id="{61A99953-CAE8-460C-A824-DC851EE30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76" name="Rectangle 91">
              <a:extLst>
                <a:ext uri="{FF2B5EF4-FFF2-40B4-BE49-F238E27FC236}">
                  <a16:creationId xmlns:a16="http://schemas.microsoft.com/office/drawing/2014/main" id="{470747BE-7B43-4680-90E4-60B88765D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77" name="Rectangle 92">
              <a:extLst>
                <a:ext uri="{FF2B5EF4-FFF2-40B4-BE49-F238E27FC236}">
                  <a16:creationId xmlns:a16="http://schemas.microsoft.com/office/drawing/2014/main" id="{561F1C15-CE6A-4CDF-9C56-0C71CBB87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78" name="Rectangle 93">
              <a:extLst>
                <a:ext uri="{FF2B5EF4-FFF2-40B4-BE49-F238E27FC236}">
                  <a16:creationId xmlns:a16="http://schemas.microsoft.com/office/drawing/2014/main" id="{2B808D88-DC37-405C-98AC-76281C9AC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9" name="Rectangle 94">
              <a:extLst>
                <a:ext uri="{FF2B5EF4-FFF2-40B4-BE49-F238E27FC236}">
                  <a16:creationId xmlns:a16="http://schemas.microsoft.com/office/drawing/2014/main" id="{0E735864-E778-4E1B-B0C0-25E09F457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80" name="Rectangle 95">
              <a:extLst>
                <a:ext uri="{FF2B5EF4-FFF2-40B4-BE49-F238E27FC236}">
                  <a16:creationId xmlns:a16="http://schemas.microsoft.com/office/drawing/2014/main" id="{871E0897-1E59-4649-ADBC-526EC8CA2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81" name="Rectangle 96">
              <a:extLst>
                <a:ext uri="{FF2B5EF4-FFF2-40B4-BE49-F238E27FC236}">
                  <a16:creationId xmlns:a16="http://schemas.microsoft.com/office/drawing/2014/main" id="{C58BA34D-F468-43BE-B156-11DFC4438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MULD F0,F2,F4</a:t>
              </a:r>
            </a:p>
          </p:txBody>
        </p:sp>
        <p:sp>
          <p:nvSpPr>
            <p:cNvPr id="82" name="Rectangle 97">
              <a:extLst>
                <a:ext uri="{FF2B5EF4-FFF2-40B4-BE49-F238E27FC236}">
                  <a16:creationId xmlns:a16="http://schemas.microsoft.com/office/drawing/2014/main" id="{61377983-41E1-42FB-BDF1-84CD53818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F2,45(R3)</a:t>
              </a:r>
            </a:p>
          </p:txBody>
        </p:sp>
        <p:sp>
          <p:nvSpPr>
            <p:cNvPr id="83" name="Rectangle 98">
              <a:extLst>
                <a:ext uri="{FF2B5EF4-FFF2-40B4-BE49-F238E27FC236}">
                  <a16:creationId xmlns:a16="http://schemas.microsoft.com/office/drawing/2014/main" id="{0628DE6E-B2B7-46F8-ADDC-A4AD6DB7C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F6,34(R2)</a:t>
              </a:r>
            </a:p>
          </p:txBody>
        </p:sp>
        <p:sp>
          <p:nvSpPr>
            <p:cNvPr id="84" name="Rectangle 99">
              <a:extLst>
                <a:ext uri="{FF2B5EF4-FFF2-40B4-BE49-F238E27FC236}">
                  <a16:creationId xmlns:a16="http://schemas.microsoft.com/office/drawing/2014/main" id="{A05F42BC-F468-43FA-9593-7487B95F2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85" name="Rectangle 100">
              <a:extLst>
                <a:ext uri="{FF2B5EF4-FFF2-40B4-BE49-F238E27FC236}">
                  <a16:creationId xmlns:a16="http://schemas.microsoft.com/office/drawing/2014/main" id="{03660FC4-B7D4-42A9-933E-EDF0B80DA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86" name="Rectangle 101">
              <a:extLst>
                <a:ext uri="{FF2B5EF4-FFF2-40B4-BE49-F238E27FC236}">
                  <a16:creationId xmlns:a16="http://schemas.microsoft.com/office/drawing/2014/main" id="{57458680-583B-45EF-B011-05283318C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103" name="Text Box 102">
            <a:extLst>
              <a:ext uri="{FF2B5EF4-FFF2-40B4-BE49-F238E27FC236}">
                <a16:creationId xmlns:a16="http://schemas.microsoft.com/office/drawing/2014/main" id="{1F663EFA-DD4B-4CE4-A846-7BEE2A320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0939"/>
            <a:ext cx="1500188" cy="1608137"/>
          </a:xfrm>
          <a:prstGeom prst="rect">
            <a:avLst/>
          </a:prstGeom>
          <a:noFill/>
          <a:ln w="25400" algn="ctr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LD F6,34(R2)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LD F2,45(R3)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MULD F0,F2,F4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FF3300"/>
                </a:solidFill>
                <a:latin typeface="Arial" panose="020B0604020202020204" pitchFamily="34" charset="0"/>
              </a:rPr>
              <a:t>SUBD F8,F2,F6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DIVD F10,F0,F6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ADDD F6,F8,F2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9FB9F63-7FA6-43BF-8CD5-13FE1E730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105" name="Text Box 104">
            <a:extLst>
              <a:ext uri="{FF2B5EF4-FFF2-40B4-BE49-F238E27FC236}">
                <a16:creationId xmlns:a16="http://schemas.microsoft.com/office/drawing/2014/main" id="{A682466C-3494-4935-A6CA-C883D045B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0"/>
            <a:ext cx="7364413" cy="1066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rgbClr val="FF3300"/>
                </a:solidFill>
                <a:latin typeface="Arial" panose="020B0604020202020204" pitchFamily="34" charset="0"/>
              </a:rPr>
              <a:t>Note: The first LD will finish memeory access next cycle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61D71A1-26E3-4E4A-992A-F5255DE3E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704" y="2420492"/>
            <a:ext cx="259766" cy="1081980"/>
          </a:xfrm>
          <a:prstGeom prst="ellips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39E0104-68EB-4A65-83B1-92F70A3A9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9017" y="4220717"/>
            <a:ext cx="259766" cy="1081980"/>
          </a:xfrm>
          <a:prstGeom prst="ellips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69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97CC6-1CB1-4711-86CE-B68CA937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B8F64B9-2389-4A22-BFFA-DBD405B9BA3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572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D38B46-E385-4536-8E91-8CBC6EC2B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3248B4-7058-4BBF-97D2-62324A066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20EFB8-1395-45A3-BD7F-8B300FB66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5876DC1-441F-4F0E-9039-C9B4E1141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4 </a:t>
            </a:r>
            <a:r>
              <a:rPr lang="en-US" altLang="zh-CN" sz="1800" b="1">
                <a:latin typeface="Courier New" panose="02070309020205020404" pitchFamily="49" charset="0"/>
              </a:rPr>
              <a:t>SUBD </a:t>
            </a:r>
            <a:r>
              <a:rPr lang="en-US" altLang="zh-CN" sz="1400" b="1">
                <a:solidFill>
                  <a:srgbClr val="FF0000"/>
                </a:solidFill>
                <a:latin typeface="Courier New" panose="02070309020205020404" pitchFamily="49" charset="0"/>
              </a:rPr>
              <a:t>ROB2,M[34+R2]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13BB2-F29A-47CB-9EB9-3EF513167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6EC5D4-897E-4AA4-B1A2-50BDFCC58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449160-4087-4D3D-96EF-429190299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456CC099-AB9D-429F-A08C-912BF75E6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CD4177F-EE96-46F6-AA6C-8ABA9B38B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AAA37BDD-A676-4E75-815E-C7CDAE771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5477A247-A5D3-4B6C-97D8-3D2BCF2D1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330CCFFF-264C-4245-BCA7-FC0235271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BF3E3E05-4D07-48F6-A057-9BE378C79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16A76AB0-0B2D-46F4-AE82-DBB64BA73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8790722E-966F-499B-B96A-893163C36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90EE9F1D-B147-49B4-B12A-ACA4067EA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FCDCC897-D710-4A91-80E6-6FEF9CDA27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23D94596-051A-45DE-A010-8CC6D449EA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50534B4A-4834-41F5-8520-097B0DBEE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3BBE207-8A0D-482A-80AA-63A1DE44793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83876181-5B04-40D3-8775-235B69C0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A6B12083-0476-4B47-BC1A-BAACDB358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48424CE3-4DA9-4A54-89F8-4070A2B81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43C580C5-51E3-4AA9-855D-5CC910341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F29CFD4D-E275-41AE-9A78-77603FE6DCA4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738ADB9C-6D72-4D18-B2F3-BE1236D74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9FB17ED3-2530-49A1-9F31-36D8B5E89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15CE17F6-6BBE-4C8C-AF92-331893AB9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E4390C91-BB25-4C76-838E-F1189805631A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D188C92C-D5B3-427A-A4B8-A028C8397C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A0793412-6D51-486E-8B5F-630D34A9AC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59FD10C2-7967-4F57-9489-C5184A250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C0215EBA-A71E-4FBE-8662-EBE127417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A9F2009B-5108-4BE6-9242-16792ECA037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E60A75DD-BF10-4777-A0F6-B4DB9C68C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FFB81F0E-F6BF-4AD1-994F-F70D149CE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40" name="Group 40">
            <a:extLst>
              <a:ext uri="{FF2B5EF4-FFF2-40B4-BE49-F238E27FC236}">
                <a16:creationId xmlns:a16="http://schemas.microsoft.com/office/drawing/2014/main" id="{9D3E01D5-B9EA-475D-9553-38D6A0F7EC83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58D3D290-8EB0-43AC-972A-14B5158BF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B93109C0-6656-42AF-B248-A7D2CFB7A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96FC248D-F3F6-4BC2-86BA-668005C9F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09BFF97E-986B-464B-9184-91A5FA962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0B10BC33-BCBC-41C7-A3AE-87456E706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AF6B400D-688F-4BA4-ACC3-F60709054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7" name="Text Box 47">
            <a:extLst>
              <a:ext uri="{FF2B5EF4-FFF2-40B4-BE49-F238E27FC236}">
                <a16:creationId xmlns:a16="http://schemas.microsoft.com/office/drawing/2014/main" id="{281A3E12-550F-46BD-A903-3116F2709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48" name="Line 48">
            <a:extLst>
              <a:ext uri="{FF2B5EF4-FFF2-40B4-BE49-F238E27FC236}">
                <a16:creationId xmlns:a16="http://schemas.microsoft.com/office/drawing/2014/main" id="{98EC6F52-DB76-4B90-996D-864FB109C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35AEB26E-E569-44C8-8097-EABD10B29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85DD2279-6468-4EDE-9A1E-6DE617169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A6EC83B3-3ECE-4B53-A49E-4775292C1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BC00F0A3-5D31-42F5-88B0-EE74EAACAA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53">
            <a:extLst>
              <a:ext uri="{FF2B5EF4-FFF2-40B4-BE49-F238E27FC236}">
                <a16:creationId xmlns:a16="http://schemas.microsoft.com/office/drawing/2014/main" id="{BC8A9108-253D-446F-8128-82F3607D3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" name="Group 54">
            <a:extLst>
              <a:ext uri="{FF2B5EF4-FFF2-40B4-BE49-F238E27FC236}">
                <a16:creationId xmlns:a16="http://schemas.microsoft.com/office/drawing/2014/main" id="{41089F3C-2AF6-4F38-B942-F489C91FBDCC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F44A11C4-6A61-47B4-8501-6CFD35447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65F0ED4F-B843-4DD2-AC70-AB9AEB065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4C7DD374-6DF7-4F56-A08A-0DC904EB1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0482521E-6B17-4B54-A063-FFC48C409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60DABA0B-E3D0-40B8-A032-4B614A0C9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367B0A3D-C5D7-4B21-98F6-304C2575B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24217902-6032-4C70-8C7F-2367CBFD12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2">
              <a:extLst>
                <a:ext uri="{FF2B5EF4-FFF2-40B4-BE49-F238E27FC236}">
                  <a16:creationId xmlns:a16="http://schemas.microsoft.com/office/drawing/2014/main" id="{1A49294E-71D1-4A0E-8F04-09A3D0B69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E0E98055-6426-420B-8BF6-E9AE9ADCCC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BC063FCF-0C45-42B3-9F3D-A6901FAAFA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Rectangle 65">
            <a:extLst>
              <a:ext uri="{FF2B5EF4-FFF2-40B4-BE49-F238E27FC236}">
                <a16:creationId xmlns:a16="http://schemas.microsoft.com/office/drawing/2014/main" id="{59C4D10A-E7CC-43AA-8D1A-2553CD01F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00600"/>
            <a:ext cx="2514600" cy="20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sz="1800" b="1">
                <a:latin typeface="Courier New" panose="02070309020205020404" pitchFamily="49" charset="0"/>
              </a:rPr>
              <a:t> MULD </a:t>
            </a:r>
            <a:r>
              <a:rPr lang="en-US" altLang="zh-CN" sz="1400" b="1">
                <a:solidFill>
                  <a:srgbClr val="FF3300"/>
                </a:solidFill>
                <a:latin typeface="Courier New" panose="02070309020205020404" pitchFamily="49" charset="0"/>
              </a:rPr>
              <a:t>ROB2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600" b="1">
                <a:latin typeface="Courier New" panose="02070309020205020404" pitchFamily="49" charset="0"/>
              </a:rPr>
              <a:t>R(F4)</a:t>
            </a:r>
          </a:p>
        </p:txBody>
      </p:sp>
      <p:grpSp>
        <p:nvGrpSpPr>
          <p:cNvPr id="66" name="Group 66">
            <a:extLst>
              <a:ext uri="{FF2B5EF4-FFF2-40B4-BE49-F238E27FC236}">
                <a16:creationId xmlns:a16="http://schemas.microsoft.com/office/drawing/2014/main" id="{2787649A-0047-40C4-AFA9-CE3659B78155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032" y="3360"/>
            <a:chExt cx="672" cy="480"/>
          </a:xfrm>
        </p:grpSpPr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AB62D323-12E4-4FA4-A889-68076309B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6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BABAB0E8-313E-48E4-B5B6-DDB95C138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2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88CDF1B5-B49A-44DF-B610-61F2111F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8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8671E4CE-4F21-4D37-9452-2C08B1BC7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E9877AD3-0682-440E-8548-7BFCC422B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04"/>
              <a:ext cx="672" cy="16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zh-CN" sz="1800" b="1">
                  <a:latin typeface="Courier New" panose="02070309020205020404" pitchFamily="49" charset="0"/>
                </a:rPr>
                <a:t> 45+R3</a:t>
              </a: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89599719-AE3A-49E0-A8F6-BB15D3C45C87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D5FDD680-97EE-4416-A596-C596F70E6F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86" name="Rectangle 74">
                <a:extLst>
                  <a:ext uri="{FF2B5EF4-FFF2-40B4-BE49-F238E27FC236}">
                    <a16:creationId xmlns:a16="http://schemas.microsoft.com/office/drawing/2014/main" id="{378659AB-B46C-4FC4-989E-EC2C8C53C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7" name="Rectangle 75">
                <a:extLst>
                  <a:ext uri="{FF2B5EF4-FFF2-40B4-BE49-F238E27FC236}">
                    <a16:creationId xmlns:a16="http://schemas.microsoft.com/office/drawing/2014/main" id="{7BD26050-75FE-42AD-9EA9-A29A3D310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8" name="Rectangle 76">
                <a:extLst>
                  <a:ext uri="{FF2B5EF4-FFF2-40B4-BE49-F238E27FC236}">
                    <a16:creationId xmlns:a16="http://schemas.microsoft.com/office/drawing/2014/main" id="{AE74C22C-0A82-43D5-A300-1BCFE0F82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9" name="Rectangle 77">
                <a:extLst>
                  <a:ext uri="{FF2B5EF4-FFF2-40B4-BE49-F238E27FC236}">
                    <a16:creationId xmlns:a16="http://schemas.microsoft.com/office/drawing/2014/main" id="{92C6C76B-70D9-4C79-91C7-23FE8C3EF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0" name="Rectangle 78">
                <a:extLst>
                  <a:ext uri="{FF2B5EF4-FFF2-40B4-BE49-F238E27FC236}">
                    <a16:creationId xmlns:a16="http://schemas.microsoft.com/office/drawing/2014/main" id="{1FC535D8-2F4C-4564-A089-9B0725DCE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1" name="Rectangle 79">
                <a:extLst>
                  <a:ext uri="{FF2B5EF4-FFF2-40B4-BE49-F238E27FC236}">
                    <a16:creationId xmlns:a16="http://schemas.microsoft.com/office/drawing/2014/main" id="{E5E7CD9F-E660-456E-8E43-32AA18D3E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2" name="Rectangle 80">
                <a:extLst>
                  <a:ext uri="{FF2B5EF4-FFF2-40B4-BE49-F238E27FC236}">
                    <a16:creationId xmlns:a16="http://schemas.microsoft.com/office/drawing/2014/main" id="{A627C5FA-60D3-411B-9B6A-82AB272E5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3" name="Rectangle 81">
                <a:extLst>
                  <a:ext uri="{FF2B5EF4-FFF2-40B4-BE49-F238E27FC236}">
                    <a16:creationId xmlns:a16="http://schemas.microsoft.com/office/drawing/2014/main" id="{892BEDCF-9CDC-4BC6-86E9-F8BAA972F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4" name="Rectangle 82">
                <a:extLst>
                  <a:ext uri="{FF2B5EF4-FFF2-40B4-BE49-F238E27FC236}">
                    <a16:creationId xmlns:a16="http://schemas.microsoft.com/office/drawing/2014/main" id="{2CE62D6C-A7C3-44AD-BDD3-E9F737B3D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5" name="Rectangle 83">
                <a:extLst>
                  <a:ext uri="{FF2B5EF4-FFF2-40B4-BE49-F238E27FC236}">
                    <a16:creationId xmlns:a16="http://schemas.microsoft.com/office/drawing/2014/main" id="{20B10505-CCA8-41D8-B9DE-436C789FA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6" name="Rectangle 84">
                <a:extLst>
                  <a:ext uri="{FF2B5EF4-FFF2-40B4-BE49-F238E27FC236}">
                    <a16:creationId xmlns:a16="http://schemas.microsoft.com/office/drawing/2014/main" id="{34B89FE9-D824-48E0-A74D-35084EFA1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7" name="Rectangle 85">
                <a:extLst>
                  <a:ext uri="{FF2B5EF4-FFF2-40B4-BE49-F238E27FC236}">
                    <a16:creationId xmlns:a16="http://schemas.microsoft.com/office/drawing/2014/main" id="{FC523E0E-276E-4D73-BFDE-2A6BF0A22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8" name="Rectangle 86">
                <a:extLst>
                  <a:ext uri="{FF2B5EF4-FFF2-40B4-BE49-F238E27FC236}">
                    <a16:creationId xmlns:a16="http://schemas.microsoft.com/office/drawing/2014/main" id="{0CA2072B-6BE2-4366-9970-975B33D68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F8</a:t>
                </a:r>
              </a:p>
            </p:txBody>
          </p:sp>
          <p:sp>
            <p:nvSpPr>
              <p:cNvPr id="99" name="Rectangle 87">
                <a:extLst>
                  <a:ext uri="{FF2B5EF4-FFF2-40B4-BE49-F238E27FC236}">
                    <a16:creationId xmlns:a16="http://schemas.microsoft.com/office/drawing/2014/main" id="{C85E4738-0D17-4A20-A6D4-4ED126890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00" name="Rectangle 88">
                <a:extLst>
                  <a:ext uri="{FF2B5EF4-FFF2-40B4-BE49-F238E27FC236}">
                    <a16:creationId xmlns:a16="http://schemas.microsoft.com/office/drawing/2014/main" id="{47BAC069-A470-4E84-92C2-53E863283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SUBD F8,F2,F6</a:t>
                </a:r>
              </a:p>
            </p:txBody>
          </p:sp>
          <p:sp>
            <p:nvSpPr>
              <p:cNvPr id="101" name="Rectangle 89">
                <a:extLst>
                  <a:ext uri="{FF2B5EF4-FFF2-40B4-BE49-F238E27FC236}">
                    <a16:creationId xmlns:a16="http://schemas.microsoft.com/office/drawing/2014/main" id="{4C6AB94C-50F0-43E1-8765-CCB0DCED0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74" name="Rectangle 90">
              <a:extLst>
                <a:ext uri="{FF2B5EF4-FFF2-40B4-BE49-F238E27FC236}">
                  <a16:creationId xmlns:a16="http://schemas.microsoft.com/office/drawing/2014/main" id="{68FC347D-5620-4F1E-A3A6-38F629902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75" name="Rectangle 91">
              <a:extLst>
                <a:ext uri="{FF2B5EF4-FFF2-40B4-BE49-F238E27FC236}">
                  <a16:creationId xmlns:a16="http://schemas.microsoft.com/office/drawing/2014/main" id="{163A7236-5A05-4EC1-825F-6703A07FD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76" name="Rectangle 92">
              <a:extLst>
                <a:ext uri="{FF2B5EF4-FFF2-40B4-BE49-F238E27FC236}">
                  <a16:creationId xmlns:a16="http://schemas.microsoft.com/office/drawing/2014/main" id="{28F1DE8C-F0E7-402D-B335-C7675B74D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77" name="Rectangle 93">
              <a:extLst>
                <a:ext uri="{FF2B5EF4-FFF2-40B4-BE49-F238E27FC236}">
                  <a16:creationId xmlns:a16="http://schemas.microsoft.com/office/drawing/2014/main" id="{21C1A43E-E2F4-40A4-BC08-1F4DDAFF0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8" name="Rectangle 94">
              <a:extLst>
                <a:ext uri="{FF2B5EF4-FFF2-40B4-BE49-F238E27FC236}">
                  <a16:creationId xmlns:a16="http://schemas.microsoft.com/office/drawing/2014/main" id="{9F199332-D251-4358-9952-34C56C5B2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9" name="Rectangle 95">
              <a:extLst>
                <a:ext uri="{FF2B5EF4-FFF2-40B4-BE49-F238E27FC236}">
                  <a16:creationId xmlns:a16="http://schemas.microsoft.com/office/drawing/2014/main" id="{AF3C9542-0822-4CC5-9C86-D4C1C64C0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80" name="Rectangle 96">
              <a:extLst>
                <a:ext uri="{FF2B5EF4-FFF2-40B4-BE49-F238E27FC236}">
                  <a16:creationId xmlns:a16="http://schemas.microsoft.com/office/drawing/2014/main" id="{AD1FB1BE-C2E9-48E5-869B-D395BB4D7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MULD F0,F2,F4</a:t>
              </a:r>
            </a:p>
          </p:txBody>
        </p:sp>
        <p:sp>
          <p:nvSpPr>
            <p:cNvPr id="81" name="Rectangle 97">
              <a:extLst>
                <a:ext uri="{FF2B5EF4-FFF2-40B4-BE49-F238E27FC236}">
                  <a16:creationId xmlns:a16="http://schemas.microsoft.com/office/drawing/2014/main" id="{F73EF6E1-9934-4FB8-A4E1-23835A6DF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F2,45(R3)</a:t>
              </a:r>
            </a:p>
          </p:txBody>
        </p:sp>
        <p:sp>
          <p:nvSpPr>
            <p:cNvPr id="82" name="Rectangle 98">
              <a:extLst>
                <a:ext uri="{FF2B5EF4-FFF2-40B4-BE49-F238E27FC236}">
                  <a16:creationId xmlns:a16="http://schemas.microsoft.com/office/drawing/2014/main" id="{7CA0826B-1DAA-4A1B-9585-E6C4A0C3D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F6,34(R2)</a:t>
              </a:r>
            </a:p>
          </p:txBody>
        </p:sp>
        <p:sp>
          <p:nvSpPr>
            <p:cNvPr id="83" name="Rectangle 99">
              <a:extLst>
                <a:ext uri="{FF2B5EF4-FFF2-40B4-BE49-F238E27FC236}">
                  <a16:creationId xmlns:a16="http://schemas.microsoft.com/office/drawing/2014/main" id="{CBD3EF5F-82A5-40BC-B780-1F2BB0F1D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84" name="Rectangle 100">
              <a:extLst>
                <a:ext uri="{FF2B5EF4-FFF2-40B4-BE49-F238E27FC236}">
                  <a16:creationId xmlns:a16="http://schemas.microsoft.com/office/drawing/2014/main" id="{107FBEFF-1F47-4AAE-9632-FD599D41E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85" name="Rectangle 101">
              <a:extLst>
                <a:ext uri="{FF2B5EF4-FFF2-40B4-BE49-F238E27FC236}">
                  <a16:creationId xmlns:a16="http://schemas.microsoft.com/office/drawing/2014/main" id="{84B8D14F-DA60-4247-98D9-1437252E1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3300"/>
                  </a:solidFill>
                  <a:latin typeface="Courier New" panose="02070309020205020404" pitchFamily="49" charset="0"/>
                </a:rPr>
                <a:t>Y</a:t>
              </a:r>
            </a:p>
          </p:txBody>
        </p:sp>
      </p:grpSp>
      <p:sp>
        <p:nvSpPr>
          <p:cNvPr id="102" name="Rectangle 102">
            <a:extLst>
              <a:ext uri="{FF2B5EF4-FFF2-40B4-BE49-F238E27FC236}">
                <a16:creationId xmlns:a16="http://schemas.microsoft.com/office/drawing/2014/main" id="{DB94D524-3019-4C26-AC0B-786F79CC4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6002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DIVD F10,F0,F6</a:t>
            </a:r>
          </a:p>
        </p:txBody>
      </p:sp>
      <p:sp>
        <p:nvSpPr>
          <p:cNvPr id="103" name="Rectangle 103">
            <a:extLst>
              <a:ext uri="{FF2B5EF4-FFF2-40B4-BE49-F238E27FC236}">
                <a16:creationId xmlns:a16="http://schemas.microsoft.com/office/drawing/2014/main" id="{4B4D9518-0EAA-4EE0-86A8-98D2F02B3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F10</a:t>
            </a:r>
          </a:p>
        </p:txBody>
      </p:sp>
      <p:sp>
        <p:nvSpPr>
          <p:cNvPr id="104" name="Rectangle 104">
            <a:extLst>
              <a:ext uri="{FF2B5EF4-FFF2-40B4-BE49-F238E27FC236}">
                <a16:creationId xmlns:a16="http://schemas.microsoft.com/office/drawing/2014/main" id="{E77DC9EB-E70C-4960-99BA-0F09392B0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029200"/>
            <a:ext cx="2514600" cy="20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sz="1800" b="1">
                <a:latin typeface="Courier New" panose="02070309020205020404" pitchFamily="49" charset="0"/>
              </a:rPr>
              <a:t> DIVD </a:t>
            </a:r>
            <a:r>
              <a:rPr lang="en-US" altLang="zh-CN" sz="1400" b="1">
                <a:solidFill>
                  <a:srgbClr val="FF0000"/>
                </a:solidFill>
                <a:latin typeface="Courier New" panose="02070309020205020404" pitchFamily="49" charset="0"/>
              </a:rPr>
              <a:t>ROB3,</a:t>
            </a:r>
            <a:r>
              <a:rPr lang="en-US" altLang="zh-CN" sz="1400" b="1">
                <a:solidFill>
                  <a:srgbClr val="FF3300"/>
                </a:solidFill>
                <a:latin typeface="Courier New" panose="02070309020205020404" pitchFamily="49" charset="0"/>
              </a:rPr>
              <a:t>M[34+R2]</a:t>
            </a:r>
          </a:p>
        </p:txBody>
      </p:sp>
      <p:sp>
        <p:nvSpPr>
          <p:cNvPr id="105" name="Rectangle 105">
            <a:extLst>
              <a:ext uri="{FF2B5EF4-FFF2-40B4-BE49-F238E27FC236}">
                <a16:creationId xmlns:a16="http://schemas.microsoft.com/office/drawing/2014/main" id="{A1951DA1-37BD-4678-BC65-B6411EFCB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M</a:t>
            </a:r>
            <a:r>
              <a:rPr lang="en-US" altLang="zh-CN" sz="1600" b="1">
                <a:solidFill>
                  <a:srgbClr val="FF0000"/>
                </a:solidFill>
                <a:latin typeface="Courier New" panose="02070309020205020404" pitchFamily="49" charset="0"/>
              </a:rPr>
              <a:t>[34+R2]</a:t>
            </a:r>
          </a:p>
        </p:txBody>
      </p:sp>
      <p:sp>
        <p:nvSpPr>
          <p:cNvPr id="106" name="Text Box 106">
            <a:extLst>
              <a:ext uri="{FF2B5EF4-FFF2-40B4-BE49-F238E27FC236}">
                <a16:creationId xmlns:a16="http://schemas.microsoft.com/office/drawing/2014/main" id="{57B92D00-BBA1-4760-BC33-CE6B87A2E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0939"/>
            <a:ext cx="1500188" cy="1608137"/>
          </a:xfrm>
          <a:prstGeom prst="rect">
            <a:avLst/>
          </a:prstGeom>
          <a:noFill/>
          <a:ln w="25400" algn="ctr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FF00"/>
                </a:solidFill>
                <a:latin typeface="Arial" panose="020B0604020202020204" pitchFamily="34" charset="0"/>
              </a:rPr>
              <a:t>LD F6,34(R2)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LD F2,45(R3)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MULD F0,F2,F4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SUBD F8,F2,F6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FF3300"/>
                </a:solidFill>
                <a:latin typeface="Arial" panose="020B0604020202020204" pitchFamily="34" charset="0"/>
              </a:rPr>
              <a:t>DIVD F10,F0,F6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latin typeface="Arial" panose="020B0604020202020204" pitchFamily="34" charset="0"/>
              </a:rPr>
              <a:t>ADDD F6,F8,F2</a:t>
            </a:r>
          </a:p>
        </p:txBody>
      </p:sp>
      <p:sp>
        <p:nvSpPr>
          <p:cNvPr id="107" name="Text Box 107">
            <a:extLst>
              <a:ext uri="{FF2B5EF4-FFF2-40B4-BE49-F238E27FC236}">
                <a16:creationId xmlns:a16="http://schemas.microsoft.com/office/drawing/2014/main" id="{2C28C9A9-54A7-4020-BA4F-B83E4625B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0"/>
            <a:ext cx="7364413" cy="10668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3200" b="1">
                <a:solidFill>
                  <a:srgbClr val="FF3300"/>
                </a:solidFill>
                <a:latin typeface="Arial" panose="020B0604020202020204" pitchFamily="34" charset="0"/>
              </a:rPr>
              <a:t>Note: The 2nd LD will finish memeory access next cycle</a:t>
            </a:r>
          </a:p>
        </p:txBody>
      </p:sp>
      <p:sp>
        <p:nvSpPr>
          <p:cNvPr id="108" name="Oval 108">
            <a:extLst>
              <a:ext uri="{FF2B5EF4-FFF2-40B4-BE49-F238E27FC236}">
                <a16:creationId xmlns:a16="http://schemas.microsoft.com/office/drawing/2014/main" id="{88B3DC70-DC8B-4F45-A7BE-5BF0A1E99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704" y="2131567"/>
            <a:ext cx="259766" cy="1081980"/>
          </a:xfrm>
          <a:prstGeom prst="ellips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9" name="Oval 109">
            <a:extLst>
              <a:ext uri="{FF2B5EF4-FFF2-40B4-BE49-F238E27FC236}">
                <a16:creationId xmlns:a16="http://schemas.microsoft.com/office/drawing/2014/main" id="{D248CAFA-B699-4421-80B9-A5B2ED88D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417" y="4147692"/>
            <a:ext cx="259766" cy="1081980"/>
          </a:xfrm>
          <a:prstGeom prst="ellips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0" name="Oval 110">
            <a:extLst>
              <a:ext uri="{FF2B5EF4-FFF2-40B4-BE49-F238E27FC236}">
                <a16:creationId xmlns:a16="http://schemas.microsoft.com/office/drawing/2014/main" id="{61E0B992-273A-4BC4-8CF1-2B4095D34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504" y="4292154"/>
            <a:ext cx="259766" cy="1081980"/>
          </a:xfrm>
          <a:prstGeom prst="ellipse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1" name="Text Box 111">
            <a:extLst>
              <a:ext uri="{FF2B5EF4-FFF2-40B4-BE49-F238E27FC236}">
                <a16:creationId xmlns:a16="http://schemas.microsoft.com/office/drawing/2014/main" id="{AB3AEFF8-824F-4040-B383-557E56C4C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1" y="5272088"/>
            <a:ext cx="1128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DDDDDD"/>
                </a:solidFill>
                <a:latin typeface="Arial" panose="020B0604020202020204" pitchFamily="34" charset="0"/>
              </a:rPr>
              <a:t>1    34+R2</a:t>
            </a:r>
          </a:p>
        </p:txBody>
      </p:sp>
    </p:spTree>
    <p:extLst>
      <p:ext uri="{BB962C8B-B14F-4D97-AF65-F5344CB8AC3E}">
        <p14:creationId xmlns:p14="http://schemas.microsoft.com/office/powerpoint/2010/main" val="421156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  <p:bldP spid="109" grpId="0" animBg="1"/>
      <p:bldP spid="1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5B293-3ADE-4572-BB6F-588BA104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AC8996-3781-405B-A2BC-883A0F6EFFD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572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9B7801-DC27-4797-811F-243A30176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FB791B0-42D9-4559-9A1E-ED68F8FCD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D59B5C-9E23-4D0D-8197-A6191F535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5FCAE80-B0E7-4EC9-A6DE-2C4251BFA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4 </a:t>
            </a:r>
            <a:r>
              <a:rPr lang="en-US" altLang="zh-CN" sz="1800" b="1">
                <a:latin typeface="Courier New" panose="02070309020205020404" pitchFamily="49" charset="0"/>
              </a:rPr>
              <a:t>SUBD</a:t>
            </a:r>
            <a:r>
              <a:rPr lang="en-US" altLang="zh-CN" sz="1600" b="1">
                <a:latin typeface="Courier New" panose="02070309020205020404" pitchFamily="49" charset="0"/>
              </a:rPr>
              <a:t> </a:t>
            </a:r>
            <a:r>
              <a:rPr lang="en-US" altLang="zh-CN" sz="1400" b="1">
                <a:solidFill>
                  <a:srgbClr val="9900CC"/>
                </a:solidFill>
                <a:latin typeface="Courier New" panose="02070309020205020404" pitchFamily="49" charset="0"/>
              </a:rPr>
              <a:t>M[45+R3]</a:t>
            </a:r>
            <a:r>
              <a:rPr lang="en-US" altLang="zh-CN" sz="1600" b="1">
                <a:solidFill>
                  <a:srgbClr val="FF0000"/>
                </a:solidFill>
                <a:latin typeface="Courier New" panose="02070309020205020404" pitchFamily="49" charset="0"/>
              </a:rPr>
              <a:t>,M[34+R2]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1AC7BF-5E52-45DE-959F-B026CDBAB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CF6752-21F4-41AE-92CD-0925FBB16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B07D9-0EF1-4E77-90F8-400D3036C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72C52ABD-9F1A-407F-B8A0-6A85C09B0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0581DDAC-8EEE-436B-B23F-D2110013C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D349DE79-5252-492C-8C92-6A1B5B979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6A013C5D-B78A-4008-9ECA-DD0D565F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F121229F-AB29-4E73-9216-DC30F6508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A6569BBA-6687-4F74-9012-11F771E7F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8422E660-BC95-4A0A-973A-E67506E7B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9B57F3CC-46E7-4DBE-941D-EC12DF7B1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33BCDC32-9FD8-47FA-8604-C01B36D50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F24F1BBC-52C0-41A9-8626-0F93806B81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CDA98398-D636-4340-9634-6107D57E93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3D48E81A-4F38-4FE9-A804-2F61AE4E5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FE61EC74-CBB3-4E7B-816D-2394D28F6041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631EB378-182E-4230-BF54-AE9593F90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B9C8E69C-9C0A-4BC4-BA78-E18A12B62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11BE5499-6658-425C-9049-A8193443D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43F0FE28-F4BC-4805-94AB-95AF817BB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F5B46415-DA82-484B-98CC-B4FA4E420776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3E6C6C7C-9C2B-4510-8AF8-95958ED32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7254AD50-64B6-4978-A875-DF8C3E0CB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C4A963C1-DC84-40D6-A2F4-E49C572F4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D5DE7050-AC2F-4769-B808-2113C9102FC6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0CD69AD2-9811-4F2C-B196-165604A23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CF515E37-F4EC-4325-B21F-CA757C66CA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86CB8C48-37AF-40B8-A32D-0D700D614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6FD47D8D-2C2F-4A0D-BDC0-E95CF50EB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FE51C6A5-1CD5-4E5B-B953-820DF00FD9C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3EF322A4-2D04-4B9C-89A4-AE3E6CB4D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64F9CFE7-8D62-4F4B-BD66-64671C7B5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40" name="Group 40">
            <a:extLst>
              <a:ext uri="{FF2B5EF4-FFF2-40B4-BE49-F238E27FC236}">
                <a16:creationId xmlns:a16="http://schemas.microsoft.com/office/drawing/2014/main" id="{AD0D9385-A163-4413-8781-3EC99CB33080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08C5B050-08F5-4683-A533-15C088327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6D7D687B-0172-493B-8C2A-EBCA6B7ED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EBF1A0C2-A004-4CE3-80D1-4D5A923E7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CC4E513E-C45F-42AB-B048-8235F8237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C7D4F858-150C-4D03-B09B-1E54E55F4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ECF14FEC-DED2-497D-84D6-311071FD9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7" name="Text Box 47">
            <a:extLst>
              <a:ext uri="{FF2B5EF4-FFF2-40B4-BE49-F238E27FC236}">
                <a16:creationId xmlns:a16="http://schemas.microsoft.com/office/drawing/2014/main" id="{9DF269D0-8145-42C3-804E-53FFD15CA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48" name="Line 48">
            <a:extLst>
              <a:ext uri="{FF2B5EF4-FFF2-40B4-BE49-F238E27FC236}">
                <a16:creationId xmlns:a16="http://schemas.microsoft.com/office/drawing/2014/main" id="{F6FFE31A-1A01-4E05-96DF-06569219F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0BBF78FD-A169-468E-A258-8345F68BA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D9632B9A-B81E-483D-A7C0-4F268EFBB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2F44F69D-7B08-42D7-B026-8699C8356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05526362-75A6-45D6-892F-D041685E5F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53">
            <a:extLst>
              <a:ext uri="{FF2B5EF4-FFF2-40B4-BE49-F238E27FC236}">
                <a16:creationId xmlns:a16="http://schemas.microsoft.com/office/drawing/2014/main" id="{7F088F72-C541-41BA-BFA9-3A50F5D95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" name="Group 54">
            <a:extLst>
              <a:ext uri="{FF2B5EF4-FFF2-40B4-BE49-F238E27FC236}">
                <a16:creationId xmlns:a16="http://schemas.microsoft.com/office/drawing/2014/main" id="{E5FF7E58-B0DF-451A-931C-A87F07D4C08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21FD1A6A-663D-4050-84A9-781CCCD86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83C42F80-2F82-49AA-97BE-053568D8A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F3C5EA89-B43E-42AB-9504-6C3E9C099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6D25BADC-F46E-4F7D-A22A-15B5943B8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44F7A85F-033D-44FB-B0EC-726B217B4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4AFB06BE-E659-485D-841A-7FEEB452A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D64875E8-16E9-460F-9A4F-684569B8C6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2">
              <a:extLst>
                <a:ext uri="{FF2B5EF4-FFF2-40B4-BE49-F238E27FC236}">
                  <a16:creationId xmlns:a16="http://schemas.microsoft.com/office/drawing/2014/main" id="{FF34C973-9E54-4AAA-9EFC-C1F2CA07AA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D5ABD457-F666-43B2-8167-251F37D01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321B11B5-258C-4361-83D9-F50BF9D3B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Rectangle 65">
            <a:extLst>
              <a:ext uri="{FF2B5EF4-FFF2-40B4-BE49-F238E27FC236}">
                <a16:creationId xmlns:a16="http://schemas.microsoft.com/office/drawing/2014/main" id="{D2BDC7C4-A3F6-4FE7-996D-CA8C7E32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00600"/>
            <a:ext cx="2514600" cy="20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sz="1800" b="1">
                <a:latin typeface="Courier New" panose="02070309020205020404" pitchFamily="49" charset="0"/>
              </a:rPr>
              <a:t> MULD </a:t>
            </a:r>
            <a:r>
              <a:rPr lang="en-US" altLang="zh-CN" sz="1400" b="1">
                <a:solidFill>
                  <a:srgbClr val="9900CC"/>
                </a:solidFill>
                <a:latin typeface="Courier New" panose="02070309020205020404" pitchFamily="49" charset="0"/>
              </a:rPr>
              <a:t>M[45+R3]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800" b="1">
                <a:latin typeface="Courier New" panose="02070309020205020404" pitchFamily="49" charset="0"/>
              </a:rPr>
              <a:t>R(F4)</a:t>
            </a:r>
          </a:p>
        </p:txBody>
      </p:sp>
      <p:grpSp>
        <p:nvGrpSpPr>
          <p:cNvPr id="66" name="Group 66">
            <a:extLst>
              <a:ext uri="{FF2B5EF4-FFF2-40B4-BE49-F238E27FC236}">
                <a16:creationId xmlns:a16="http://schemas.microsoft.com/office/drawing/2014/main" id="{A4C0B494-3A8E-4757-891A-B247B6FBEE35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032" y="3360"/>
            <a:chExt cx="672" cy="480"/>
          </a:xfrm>
        </p:grpSpPr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4EDB874A-C776-4A6D-B0DC-B0694184A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6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C1832696-E5F2-4606-8432-0D29F5B40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2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244D127C-DD98-4B98-9A3C-71DCDBD27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8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85E258C1-9764-4DF5-A99A-1A1A4764F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38F6EC36-C0A5-44A9-B1A4-D521A43EF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04"/>
              <a:ext cx="672" cy="16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612903FB-ECB9-450C-8681-4A76E364CE14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981075"/>
            <a:ext cx="3886200" cy="2133600"/>
            <a:chOff x="2208" y="624"/>
            <a:chExt cx="2448" cy="1344"/>
          </a:xfrm>
        </p:grpSpPr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26887D14-278F-4243-B0C2-63C8508080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86" name="Rectangle 74">
                <a:extLst>
                  <a:ext uri="{FF2B5EF4-FFF2-40B4-BE49-F238E27FC236}">
                    <a16:creationId xmlns:a16="http://schemas.microsoft.com/office/drawing/2014/main" id="{F8C95E19-3374-44E3-9F38-C8504D036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7" name="Rectangle 75">
                <a:extLst>
                  <a:ext uri="{FF2B5EF4-FFF2-40B4-BE49-F238E27FC236}">
                    <a16:creationId xmlns:a16="http://schemas.microsoft.com/office/drawing/2014/main" id="{EDF2E4F5-47CF-46AD-A889-BAB7037B7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8" name="Rectangle 76">
                <a:extLst>
                  <a:ext uri="{FF2B5EF4-FFF2-40B4-BE49-F238E27FC236}">
                    <a16:creationId xmlns:a16="http://schemas.microsoft.com/office/drawing/2014/main" id="{47F45163-11D5-4A87-B437-BD251C416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9" name="Rectangle 77">
                <a:extLst>
                  <a:ext uri="{FF2B5EF4-FFF2-40B4-BE49-F238E27FC236}">
                    <a16:creationId xmlns:a16="http://schemas.microsoft.com/office/drawing/2014/main" id="{4A29B3D4-7D44-4048-9E42-1BD607FAD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0" name="Rectangle 78">
                <a:extLst>
                  <a:ext uri="{FF2B5EF4-FFF2-40B4-BE49-F238E27FC236}">
                    <a16:creationId xmlns:a16="http://schemas.microsoft.com/office/drawing/2014/main" id="{B822EFBA-78B8-4E0B-BEB1-A468128CE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1" name="Rectangle 79">
                <a:extLst>
                  <a:ext uri="{FF2B5EF4-FFF2-40B4-BE49-F238E27FC236}">
                    <a16:creationId xmlns:a16="http://schemas.microsoft.com/office/drawing/2014/main" id="{BACE0B40-D59E-42F9-8956-01153C7DF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2" name="Rectangle 80">
                <a:extLst>
                  <a:ext uri="{FF2B5EF4-FFF2-40B4-BE49-F238E27FC236}">
                    <a16:creationId xmlns:a16="http://schemas.microsoft.com/office/drawing/2014/main" id="{DE4921BD-0426-427C-A93E-787DED13A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3" name="Rectangle 81">
                <a:extLst>
                  <a:ext uri="{FF2B5EF4-FFF2-40B4-BE49-F238E27FC236}">
                    <a16:creationId xmlns:a16="http://schemas.microsoft.com/office/drawing/2014/main" id="{146A87B2-77A4-4A17-9085-9B4C4C9097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4" name="Rectangle 82">
                <a:extLst>
                  <a:ext uri="{FF2B5EF4-FFF2-40B4-BE49-F238E27FC236}">
                    <a16:creationId xmlns:a16="http://schemas.microsoft.com/office/drawing/2014/main" id="{8BABB8FD-1C58-41C5-8AF6-68D0712D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5" name="Rectangle 83">
                <a:extLst>
                  <a:ext uri="{FF2B5EF4-FFF2-40B4-BE49-F238E27FC236}">
                    <a16:creationId xmlns:a16="http://schemas.microsoft.com/office/drawing/2014/main" id="{FD6D5DCD-67BE-4393-A536-6196B52E97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6" name="Rectangle 84">
                <a:extLst>
                  <a:ext uri="{FF2B5EF4-FFF2-40B4-BE49-F238E27FC236}">
                    <a16:creationId xmlns:a16="http://schemas.microsoft.com/office/drawing/2014/main" id="{D52B044D-DF20-4B42-84D4-5C40E294F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7" name="Rectangle 85">
                <a:extLst>
                  <a:ext uri="{FF2B5EF4-FFF2-40B4-BE49-F238E27FC236}">
                    <a16:creationId xmlns:a16="http://schemas.microsoft.com/office/drawing/2014/main" id="{D0F9D867-9D09-4D97-B947-776F167E6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8" name="Rectangle 86">
                <a:extLst>
                  <a:ext uri="{FF2B5EF4-FFF2-40B4-BE49-F238E27FC236}">
                    <a16:creationId xmlns:a16="http://schemas.microsoft.com/office/drawing/2014/main" id="{707E43E5-CDCF-4DAA-A894-D5F849919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F8</a:t>
                </a:r>
              </a:p>
            </p:txBody>
          </p:sp>
          <p:sp>
            <p:nvSpPr>
              <p:cNvPr id="99" name="Rectangle 87">
                <a:extLst>
                  <a:ext uri="{FF2B5EF4-FFF2-40B4-BE49-F238E27FC236}">
                    <a16:creationId xmlns:a16="http://schemas.microsoft.com/office/drawing/2014/main" id="{D0525181-7A6A-4D31-9549-A8712A34A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00" name="Rectangle 88">
                <a:extLst>
                  <a:ext uri="{FF2B5EF4-FFF2-40B4-BE49-F238E27FC236}">
                    <a16:creationId xmlns:a16="http://schemas.microsoft.com/office/drawing/2014/main" id="{74681590-81B5-45DF-B6BC-5F0B5C586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SUBD F8,F2,F6</a:t>
                </a:r>
              </a:p>
            </p:txBody>
          </p:sp>
          <p:sp>
            <p:nvSpPr>
              <p:cNvPr id="101" name="Rectangle 89">
                <a:extLst>
                  <a:ext uri="{FF2B5EF4-FFF2-40B4-BE49-F238E27FC236}">
                    <a16:creationId xmlns:a16="http://schemas.microsoft.com/office/drawing/2014/main" id="{27579570-CA8F-4C27-B66F-3ECDE95F5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74" name="Rectangle 90">
              <a:extLst>
                <a:ext uri="{FF2B5EF4-FFF2-40B4-BE49-F238E27FC236}">
                  <a16:creationId xmlns:a16="http://schemas.microsoft.com/office/drawing/2014/main" id="{2D09800F-5DE7-4DCE-A2AC-A935B3AA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75" name="Rectangle 91">
              <a:extLst>
                <a:ext uri="{FF2B5EF4-FFF2-40B4-BE49-F238E27FC236}">
                  <a16:creationId xmlns:a16="http://schemas.microsoft.com/office/drawing/2014/main" id="{5BFA6B54-A4AA-4EAC-8AAA-FFBA6D470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76" name="Rectangle 92">
              <a:extLst>
                <a:ext uri="{FF2B5EF4-FFF2-40B4-BE49-F238E27FC236}">
                  <a16:creationId xmlns:a16="http://schemas.microsoft.com/office/drawing/2014/main" id="{F4ED1C49-F9D7-4191-9427-7B112D9BF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77" name="Rectangle 93">
              <a:extLst>
                <a:ext uri="{FF2B5EF4-FFF2-40B4-BE49-F238E27FC236}">
                  <a16:creationId xmlns:a16="http://schemas.microsoft.com/office/drawing/2014/main" id="{326C1069-F0C5-49E1-8087-8A963A508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8" name="Rectangle 94">
              <a:extLst>
                <a:ext uri="{FF2B5EF4-FFF2-40B4-BE49-F238E27FC236}">
                  <a16:creationId xmlns:a16="http://schemas.microsoft.com/office/drawing/2014/main" id="{E18DF766-B8D5-4EC0-A56F-DD2AAA824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9" name="Rectangle 95">
              <a:extLst>
                <a:ext uri="{FF2B5EF4-FFF2-40B4-BE49-F238E27FC236}">
                  <a16:creationId xmlns:a16="http://schemas.microsoft.com/office/drawing/2014/main" id="{F308E69F-5C25-4D7C-B006-52881FCFE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80" name="Rectangle 96">
              <a:extLst>
                <a:ext uri="{FF2B5EF4-FFF2-40B4-BE49-F238E27FC236}">
                  <a16:creationId xmlns:a16="http://schemas.microsoft.com/office/drawing/2014/main" id="{9231F754-FEC8-4AC1-AAED-445A1B5D5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MULD F0,F2,F4</a:t>
              </a:r>
            </a:p>
          </p:txBody>
        </p:sp>
        <p:sp>
          <p:nvSpPr>
            <p:cNvPr id="81" name="Rectangle 97">
              <a:extLst>
                <a:ext uri="{FF2B5EF4-FFF2-40B4-BE49-F238E27FC236}">
                  <a16:creationId xmlns:a16="http://schemas.microsoft.com/office/drawing/2014/main" id="{5811AAE7-2A81-41A1-B640-7318BD017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F2,45(R3)</a:t>
              </a:r>
            </a:p>
          </p:txBody>
        </p:sp>
        <p:sp>
          <p:nvSpPr>
            <p:cNvPr id="82" name="Rectangle 98">
              <a:extLst>
                <a:ext uri="{FF2B5EF4-FFF2-40B4-BE49-F238E27FC236}">
                  <a16:creationId xmlns:a16="http://schemas.microsoft.com/office/drawing/2014/main" id="{F982E27B-9AC9-486F-BBCA-DDC42B8E6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LD F6,34(R2)</a:t>
              </a:r>
            </a:p>
          </p:txBody>
        </p:sp>
        <p:sp>
          <p:nvSpPr>
            <p:cNvPr id="83" name="Rectangle 99">
              <a:extLst>
                <a:ext uri="{FF2B5EF4-FFF2-40B4-BE49-F238E27FC236}">
                  <a16:creationId xmlns:a16="http://schemas.microsoft.com/office/drawing/2014/main" id="{D33617B1-6788-4315-839A-EA4ECD8E2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84" name="Rectangle 100">
              <a:extLst>
                <a:ext uri="{FF2B5EF4-FFF2-40B4-BE49-F238E27FC236}">
                  <a16:creationId xmlns:a16="http://schemas.microsoft.com/office/drawing/2014/main" id="{01E41364-4EE0-47C6-939B-AE9398C41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3300"/>
                  </a:solidFill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85" name="Rectangle 101">
              <a:extLst>
                <a:ext uri="{FF2B5EF4-FFF2-40B4-BE49-F238E27FC236}">
                  <a16:creationId xmlns:a16="http://schemas.microsoft.com/office/drawing/2014/main" id="{2AFE18E5-E841-48C7-B695-4C74504E1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Y</a:t>
              </a:r>
            </a:p>
          </p:txBody>
        </p:sp>
      </p:grpSp>
      <p:sp>
        <p:nvSpPr>
          <p:cNvPr id="102" name="Rectangle 102">
            <a:extLst>
              <a:ext uri="{FF2B5EF4-FFF2-40B4-BE49-F238E27FC236}">
                <a16:creationId xmlns:a16="http://schemas.microsoft.com/office/drawing/2014/main" id="{C8157E8E-0A5E-41EF-9A69-9A5A482DA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6002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DIVD F10,F0,F6</a:t>
            </a:r>
          </a:p>
        </p:txBody>
      </p:sp>
      <p:sp>
        <p:nvSpPr>
          <p:cNvPr id="103" name="Rectangle 103">
            <a:extLst>
              <a:ext uri="{FF2B5EF4-FFF2-40B4-BE49-F238E27FC236}">
                <a16:creationId xmlns:a16="http://schemas.microsoft.com/office/drawing/2014/main" id="{547F9AC0-52FC-4A39-B31B-B879A2FB9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F10</a:t>
            </a:r>
          </a:p>
        </p:txBody>
      </p:sp>
      <p:sp>
        <p:nvSpPr>
          <p:cNvPr id="104" name="Rectangle 104">
            <a:extLst>
              <a:ext uri="{FF2B5EF4-FFF2-40B4-BE49-F238E27FC236}">
                <a16:creationId xmlns:a16="http://schemas.microsoft.com/office/drawing/2014/main" id="{B6FF1AF9-50D0-4C53-9380-5362D2F8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029200"/>
            <a:ext cx="2514600" cy="20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sz="1800" b="1">
                <a:latin typeface="Courier New" panose="02070309020205020404" pitchFamily="49" charset="0"/>
              </a:rPr>
              <a:t> DIVD </a:t>
            </a:r>
            <a:r>
              <a:rPr lang="en-US" altLang="zh-CN" sz="1600" b="1">
                <a:solidFill>
                  <a:srgbClr val="FF0000"/>
                </a:solidFill>
                <a:latin typeface="Courier New" panose="02070309020205020404" pitchFamily="49" charset="0"/>
              </a:rPr>
              <a:t>ROB3,M[34+R2]</a:t>
            </a:r>
          </a:p>
        </p:txBody>
      </p:sp>
      <p:sp>
        <p:nvSpPr>
          <p:cNvPr id="105" name="Rectangle 105">
            <a:extLst>
              <a:ext uri="{FF2B5EF4-FFF2-40B4-BE49-F238E27FC236}">
                <a16:creationId xmlns:a16="http://schemas.microsoft.com/office/drawing/2014/main" id="{4B9A7E7D-3099-4573-949A-ED8BB8CA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DDDDDD"/>
                </a:solidFill>
                <a:latin typeface="Courier New" panose="02070309020205020404" pitchFamily="49" charset="0"/>
              </a:rPr>
              <a:t>M</a:t>
            </a:r>
            <a:r>
              <a:rPr lang="en-US" altLang="zh-CN" sz="1600" b="1">
                <a:solidFill>
                  <a:srgbClr val="DDDDDD"/>
                </a:solidFill>
                <a:latin typeface="Courier New" panose="02070309020205020404" pitchFamily="49" charset="0"/>
              </a:rPr>
              <a:t>[34+R2]</a:t>
            </a:r>
          </a:p>
        </p:txBody>
      </p:sp>
      <p:sp>
        <p:nvSpPr>
          <p:cNvPr id="106" name="Rectangle 106">
            <a:extLst>
              <a:ext uri="{FF2B5EF4-FFF2-40B4-BE49-F238E27FC236}">
                <a16:creationId xmlns:a16="http://schemas.microsoft.com/office/drawing/2014/main" id="{E863DCA7-1F5C-46FD-A500-C2FD9BA87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295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ADDD F6,F8,F2</a:t>
            </a:r>
          </a:p>
        </p:txBody>
      </p:sp>
      <p:sp>
        <p:nvSpPr>
          <p:cNvPr id="107" name="Rectangle 107">
            <a:extLst>
              <a:ext uri="{FF2B5EF4-FFF2-40B4-BE49-F238E27FC236}">
                <a16:creationId xmlns:a16="http://schemas.microsoft.com/office/drawing/2014/main" id="{B3395F8F-9273-4BB9-B5A8-3EDAD6AB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95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F6</a:t>
            </a:r>
          </a:p>
        </p:txBody>
      </p:sp>
      <p:sp>
        <p:nvSpPr>
          <p:cNvPr id="108" name="Rectangle 108">
            <a:extLst>
              <a:ext uri="{FF2B5EF4-FFF2-40B4-BE49-F238E27FC236}">
                <a16:creationId xmlns:a16="http://schemas.microsoft.com/office/drawing/2014/main" id="{A42388E4-00EC-4102-BA4B-E4F2AD4AE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76800"/>
            <a:ext cx="2590800" cy="1524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 </a:t>
            </a:r>
            <a:r>
              <a:rPr lang="en-US" altLang="zh-CN" sz="1800" b="1">
                <a:latin typeface="Courier New" panose="02070309020205020404" pitchFamily="49" charset="0"/>
              </a:rPr>
              <a:t>ADDD</a:t>
            </a:r>
            <a:r>
              <a:rPr lang="en-US" altLang="zh-CN" sz="1600" b="1">
                <a:latin typeface="Courier New" panose="02070309020205020404" pitchFamily="49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latin typeface="Courier New" panose="02070309020205020404" pitchFamily="49" charset="0"/>
              </a:rPr>
              <a:t>ROB4, </a:t>
            </a:r>
            <a:r>
              <a:rPr lang="en-US" altLang="zh-CN" sz="1400" b="1">
                <a:solidFill>
                  <a:srgbClr val="3333FF"/>
                </a:solidFill>
                <a:latin typeface="Courier New" panose="02070309020205020404" pitchFamily="49" charset="0"/>
              </a:rPr>
              <a:t>M[45+R3]</a:t>
            </a:r>
          </a:p>
        </p:txBody>
      </p:sp>
      <p:sp>
        <p:nvSpPr>
          <p:cNvPr id="109" name="Rectangle 109">
            <a:extLst>
              <a:ext uri="{FF2B5EF4-FFF2-40B4-BE49-F238E27FC236}">
                <a16:creationId xmlns:a16="http://schemas.microsoft.com/office/drawing/2014/main" id="{8DD32F06-15F3-4AB1-8396-CA8745448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9900CC"/>
                </a:solidFill>
                <a:latin typeface="Courier New" panose="02070309020205020404" pitchFamily="49" charset="0"/>
              </a:rPr>
              <a:t>M[</a:t>
            </a:r>
            <a:r>
              <a:rPr lang="en-US" altLang="zh-CN" sz="1600" b="1">
                <a:solidFill>
                  <a:srgbClr val="9900CC"/>
                </a:solidFill>
                <a:latin typeface="Courier New" panose="02070309020205020404" pitchFamily="49" charset="0"/>
              </a:rPr>
              <a:t>45+R3]</a:t>
            </a:r>
          </a:p>
        </p:txBody>
      </p:sp>
      <p:sp>
        <p:nvSpPr>
          <p:cNvPr id="110" name="Text Box 110">
            <a:extLst>
              <a:ext uri="{FF2B5EF4-FFF2-40B4-BE49-F238E27FC236}">
                <a16:creationId xmlns:a16="http://schemas.microsoft.com/office/drawing/2014/main" id="{BC8026DB-D70A-44CC-9D99-C6C3F9EA7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0939"/>
            <a:ext cx="1500188" cy="1608137"/>
          </a:xfrm>
          <a:prstGeom prst="rect">
            <a:avLst/>
          </a:prstGeom>
          <a:noFill/>
          <a:ln w="25400" algn="ctr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DDDDDD"/>
                </a:solidFill>
                <a:latin typeface="Arial" panose="020B0604020202020204" pitchFamily="34" charset="0"/>
              </a:rPr>
              <a:t>LD F6,34(R2)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FF00"/>
                </a:solidFill>
                <a:latin typeface="Arial" panose="020B0604020202020204" pitchFamily="34" charset="0"/>
              </a:rPr>
              <a:t>LD F2,45(R3)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MULD F0,F2,F4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SUBD F8,F2,F6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DIVD F10,F0,F6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FF3300"/>
                </a:solidFill>
                <a:latin typeface="Arial" panose="020B0604020202020204" pitchFamily="34" charset="0"/>
              </a:rPr>
              <a:t>ADDD F6,F8,F2</a:t>
            </a:r>
          </a:p>
        </p:txBody>
      </p:sp>
      <p:sp>
        <p:nvSpPr>
          <p:cNvPr id="111" name="Text Box 111">
            <a:extLst>
              <a:ext uri="{FF2B5EF4-FFF2-40B4-BE49-F238E27FC236}">
                <a16:creationId xmlns:a16="http://schemas.microsoft.com/office/drawing/2014/main" id="{239270DC-0E27-4CA8-86DA-48B644EB6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3913189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kumimoji="1" lang="zh-CN" altLang="zh-CN" sz="2000" b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112" name="Text Box 118">
            <a:extLst>
              <a:ext uri="{FF2B5EF4-FFF2-40B4-BE49-F238E27FC236}">
                <a16:creationId xmlns:a16="http://schemas.microsoft.com/office/drawing/2014/main" id="{3F151DE9-E19C-49B3-97FF-A947BD5DA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9" y="5256214"/>
            <a:ext cx="1114408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DDDDDD"/>
                </a:solidFill>
                <a:latin typeface="Arial" panose="020B0604020202020204" pitchFamily="34" charset="0"/>
              </a:rPr>
              <a:t>1      34+R2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DDDDDD"/>
                </a:solidFill>
                <a:latin typeface="Arial" panose="020B0604020202020204" pitchFamily="34" charset="0"/>
              </a:rPr>
              <a:t>2      45+R3</a:t>
            </a:r>
          </a:p>
        </p:txBody>
      </p:sp>
    </p:spTree>
    <p:extLst>
      <p:ext uri="{BB962C8B-B14F-4D97-AF65-F5344CB8AC3E}">
        <p14:creationId xmlns:p14="http://schemas.microsoft.com/office/powerpoint/2010/main" val="1970717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DD883-CACB-4692-9362-4191A1E5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8FC4CCC-DA57-4ADE-B7EE-0366214C22B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572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36CFF3-54EE-49DD-BED1-F525EAB15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C5EBD3-B63E-4902-8918-8F33110DC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33737E-876E-4615-8ACF-7CE342140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583AF03-40EA-4820-B3A3-A83398D03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836BAD-C018-4D11-AF62-5895A6F9B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17DD31-9F3B-47F0-98EB-FBAA52F7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4DC845-7C3D-4489-B4F2-6D21859EC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51CE0AB5-2E82-45F1-9898-F3B6F6526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893FED22-DE18-4017-A44B-8F26247AD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FDCF6B01-6B3A-4288-880E-1D234A62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73695A4-EE97-4EBA-830E-5BD5D35E7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0C24C23B-A509-4D5C-86A8-398DB0FA3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A4B3F202-ADD2-4CB5-AE24-3FC71FF23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A2E11583-D14E-491D-94FE-D31865E91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E4FCBEE0-3B25-46B9-B8AC-5DD51763E5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7F5D6D9-1C1B-4F0A-A50D-4C8A73092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CF88DB07-6638-41C4-BAED-9B4C644B50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95997A6A-92C4-49B2-9F1E-7F7076560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537D0650-AD7D-4A84-9EAC-6AC488F5B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A15494BE-46C6-4D7C-992C-1E535D3CF3C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1897D0F2-4D11-457E-9756-6EEFB8D4B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1F62CC40-35B1-4E29-800A-E3EA426FB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5EC5315A-C9F5-4090-A179-2DEBBC34E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9C31DFB3-86B7-40DC-A7C9-C8070C2C7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B0D64050-42C8-4497-B626-C7A3FCBBF8B8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52AA0E9F-17F3-4B67-9B6B-48238E8A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F62D8FCC-812D-4565-BD71-F027286B3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227C9140-DBBA-4629-94CC-977DD0502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26B9C933-07D4-47C7-A274-A21F9CE0ABA3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9EA52CF8-5040-49C6-A2CE-49FF285944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AD6B5414-CB17-4D32-A41F-AB7F8E3CF3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4FC904C6-EE07-4E41-8441-E474FF502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68A7E660-F40F-4FCB-8A21-88FA1DFD3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16E012E-F4CB-48F8-837A-4B9504E6E5F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9D3334D7-4571-4E4F-B171-F1397FB8D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4A9B195E-7D3E-4DC2-A4CE-5348B5655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40" name="Group 40">
            <a:extLst>
              <a:ext uri="{FF2B5EF4-FFF2-40B4-BE49-F238E27FC236}">
                <a16:creationId xmlns:a16="http://schemas.microsoft.com/office/drawing/2014/main" id="{99C194C6-261E-4DF3-BF0D-E649812E31DE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1DBE6761-5E3B-4C6E-B1A8-B869A9DBD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7297615C-3C15-402D-9714-A8AF2EAD1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387F9070-F9C3-44E3-8211-360620602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A1FA7388-1455-49AE-91C0-B6573BC14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05FB6AC5-2FF3-4242-943B-4F1C9AD9E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E9179B31-F3D6-424C-848D-FE46376A5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7" name="Text Box 47">
            <a:extLst>
              <a:ext uri="{FF2B5EF4-FFF2-40B4-BE49-F238E27FC236}">
                <a16:creationId xmlns:a16="http://schemas.microsoft.com/office/drawing/2014/main" id="{241A5C69-4DEA-414C-BD2D-0A7A24E7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48" name="Line 48">
            <a:extLst>
              <a:ext uri="{FF2B5EF4-FFF2-40B4-BE49-F238E27FC236}">
                <a16:creationId xmlns:a16="http://schemas.microsoft.com/office/drawing/2014/main" id="{F267415D-58A0-4977-8E54-1B2D2BB6C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Text Box 49">
            <a:extLst>
              <a:ext uri="{FF2B5EF4-FFF2-40B4-BE49-F238E27FC236}">
                <a16:creationId xmlns:a16="http://schemas.microsoft.com/office/drawing/2014/main" id="{5D4F936C-3A37-4C72-9487-EA676B96F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245EFAD8-9BD1-4217-ABC3-32A8251A7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AD0ADB0E-591F-4BD6-B759-F58DBA594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52" name="Line 52">
            <a:extLst>
              <a:ext uri="{FF2B5EF4-FFF2-40B4-BE49-F238E27FC236}">
                <a16:creationId xmlns:a16="http://schemas.microsoft.com/office/drawing/2014/main" id="{ADD35DB8-2A5B-46A7-95CF-76CEB5E2F4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53">
            <a:extLst>
              <a:ext uri="{FF2B5EF4-FFF2-40B4-BE49-F238E27FC236}">
                <a16:creationId xmlns:a16="http://schemas.microsoft.com/office/drawing/2014/main" id="{2E040158-3B15-4A67-830E-F88639F90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" name="Group 54">
            <a:extLst>
              <a:ext uri="{FF2B5EF4-FFF2-40B4-BE49-F238E27FC236}">
                <a16:creationId xmlns:a16="http://schemas.microsoft.com/office/drawing/2014/main" id="{464C5C7E-534F-43CC-9C27-EB7A1FD5AC0C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8F35661B-FE80-49F2-9601-45C913216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19C185C2-A7FA-4E97-A451-90AB2763FD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EACC4F8F-CFC4-4184-8CB3-D4959A753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1C6347A7-C267-4167-A8EB-3C117D0DA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F6F1BBD2-1098-4244-AE04-F47E44B9D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D3FDD2A7-9A7B-4C10-87B8-DDC1FC54D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BDBEB2B4-403C-4FBF-B96F-6281E04B5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2">
              <a:extLst>
                <a:ext uri="{FF2B5EF4-FFF2-40B4-BE49-F238E27FC236}">
                  <a16:creationId xmlns:a16="http://schemas.microsoft.com/office/drawing/2014/main" id="{5706CD45-94DB-4303-A66C-E0547DBC2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D8708B95-7C9E-4A79-A530-96FEB9451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E1424A93-822C-4573-823F-296056DC6B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Rectangle 65">
            <a:extLst>
              <a:ext uri="{FF2B5EF4-FFF2-40B4-BE49-F238E27FC236}">
                <a16:creationId xmlns:a16="http://schemas.microsoft.com/office/drawing/2014/main" id="{719A81EC-AAAC-40B0-B8D8-6D948995A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800600"/>
            <a:ext cx="2514600" cy="20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sz="1800" b="1">
                <a:latin typeface="Courier New" panose="02070309020205020404" pitchFamily="49" charset="0"/>
              </a:rPr>
              <a:t> MULD </a:t>
            </a:r>
            <a:r>
              <a:rPr lang="en-US" altLang="zh-CN" sz="1400" b="1">
                <a:solidFill>
                  <a:srgbClr val="9900CC"/>
                </a:solidFill>
                <a:latin typeface="Courier New" panose="02070309020205020404" pitchFamily="49" charset="0"/>
              </a:rPr>
              <a:t>M[45+R3]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800" b="1">
                <a:latin typeface="Courier New" panose="02070309020205020404" pitchFamily="49" charset="0"/>
              </a:rPr>
              <a:t>R(F4)</a:t>
            </a:r>
          </a:p>
        </p:txBody>
      </p:sp>
      <p:grpSp>
        <p:nvGrpSpPr>
          <p:cNvPr id="66" name="Group 66">
            <a:extLst>
              <a:ext uri="{FF2B5EF4-FFF2-40B4-BE49-F238E27FC236}">
                <a16:creationId xmlns:a16="http://schemas.microsoft.com/office/drawing/2014/main" id="{5AC0266E-114C-4AC6-9C38-2748C53B4D2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032" y="3360"/>
            <a:chExt cx="672" cy="480"/>
          </a:xfrm>
        </p:grpSpPr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5DA1983A-B40D-4A40-B373-84C0843EE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36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CB9245C7-2C83-41BD-B49D-434CAB201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2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1724FDC7-ED8E-441C-9F34-0274B37BA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80"/>
              <a:ext cx="672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E216F616-98BE-485E-864A-7A68F80A7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6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3DE94EEA-2286-4167-99B4-D23D15B6A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504"/>
              <a:ext cx="672" cy="16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457200" indent="-4572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72" name="Group 72">
            <a:extLst>
              <a:ext uri="{FF2B5EF4-FFF2-40B4-BE49-F238E27FC236}">
                <a16:creationId xmlns:a16="http://schemas.microsoft.com/office/drawing/2014/main" id="{0A7B5246-0462-4EC5-B8F6-65C4332AEF88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981075"/>
            <a:ext cx="3886200" cy="2133600"/>
            <a:chOff x="2208" y="624"/>
            <a:chExt cx="2448" cy="1344"/>
          </a:xfrm>
        </p:grpSpPr>
        <p:grpSp>
          <p:nvGrpSpPr>
            <p:cNvPr id="73" name="Group 73">
              <a:extLst>
                <a:ext uri="{FF2B5EF4-FFF2-40B4-BE49-F238E27FC236}">
                  <a16:creationId xmlns:a16="http://schemas.microsoft.com/office/drawing/2014/main" id="{E0005D5B-BCC4-432B-9A30-E864BE0F7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86" name="Rectangle 74">
                <a:extLst>
                  <a:ext uri="{FF2B5EF4-FFF2-40B4-BE49-F238E27FC236}">
                    <a16:creationId xmlns:a16="http://schemas.microsoft.com/office/drawing/2014/main" id="{69DC929D-5529-4003-8C49-8E0FF56F8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7" name="Rectangle 75">
                <a:extLst>
                  <a:ext uri="{FF2B5EF4-FFF2-40B4-BE49-F238E27FC236}">
                    <a16:creationId xmlns:a16="http://schemas.microsoft.com/office/drawing/2014/main" id="{A84C1B01-F719-4DB3-8DD0-45A5FFEA2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8" name="Rectangle 76">
                <a:extLst>
                  <a:ext uri="{FF2B5EF4-FFF2-40B4-BE49-F238E27FC236}">
                    <a16:creationId xmlns:a16="http://schemas.microsoft.com/office/drawing/2014/main" id="{4A92B5F6-66F9-46A5-AD4A-F55B5C246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89" name="Rectangle 77">
                <a:extLst>
                  <a:ext uri="{FF2B5EF4-FFF2-40B4-BE49-F238E27FC236}">
                    <a16:creationId xmlns:a16="http://schemas.microsoft.com/office/drawing/2014/main" id="{FF74DF56-3737-4C92-8987-1EFB52A90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0" name="Rectangle 78">
                <a:extLst>
                  <a:ext uri="{FF2B5EF4-FFF2-40B4-BE49-F238E27FC236}">
                    <a16:creationId xmlns:a16="http://schemas.microsoft.com/office/drawing/2014/main" id="{46D2174B-B31E-4BC9-A362-2D1609CF5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1" name="Rectangle 79">
                <a:extLst>
                  <a:ext uri="{FF2B5EF4-FFF2-40B4-BE49-F238E27FC236}">
                    <a16:creationId xmlns:a16="http://schemas.microsoft.com/office/drawing/2014/main" id="{E6901919-5973-4E63-9605-2FED7C805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2" name="Rectangle 80">
                <a:extLst>
                  <a:ext uri="{FF2B5EF4-FFF2-40B4-BE49-F238E27FC236}">
                    <a16:creationId xmlns:a16="http://schemas.microsoft.com/office/drawing/2014/main" id="{265102FD-C65A-469A-A1A6-FFA03BA4D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3" name="Rectangle 81">
                <a:extLst>
                  <a:ext uri="{FF2B5EF4-FFF2-40B4-BE49-F238E27FC236}">
                    <a16:creationId xmlns:a16="http://schemas.microsoft.com/office/drawing/2014/main" id="{435C9125-9AFE-405F-B0FC-DEECE5285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4" name="Rectangle 82">
                <a:extLst>
                  <a:ext uri="{FF2B5EF4-FFF2-40B4-BE49-F238E27FC236}">
                    <a16:creationId xmlns:a16="http://schemas.microsoft.com/office/drawing/2014/main" id="{5E01D6A3-18CF-4D07-9438-B2CD5FD9A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5" name="Rectangle 83">
                <a:extLst>
                  <a:ext uri="{FF2B5EF4-FFF2-40B4-BE49-F238E27FC236}">
                    <a16:creationId xmlns:a16="http://schemas.microsoft.com/office/drawing/2014/main" id="{741624EF-2D90-4741-AF5C-976A41316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6" name="Rectangle 84">
                <a:extLst>
                  <a:ext uri="{FF2B5EF4-FFF2-40B4-BE49-F238E27FC236}">
                    <a16:creationId xmlns:a16="http://schemas.microsoft.com/office/drawing/2014/main" id="{3AE18266-5DB4-44D9-A1D0-85E4E5286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97" name="Rectangle 85">
                <a:extLst>
                  <a:ext uri="{FF2B5EF4-FFF2-40B4-BE49-F238E27FC236}">
                    <a16:creationId xmlns:a16="http://schemas.microsoft.com/office/drawing/2014/main" id="{CAC2A8DA-1D70-4A34-B983-CE9A0A261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98" name="Rectangle 86">
                <a:extLst>
                  <a:ext uri="{FF2B5EF4-FFF2-40B4-BE49-F238E27FC236}">
                    <a16:creationId xmlns:a16="http://schemas.microsoft.com/office/drawing/2014/main" id="{EFC78C5A-C029-4466-BB1A-EF1612644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F8</a:t>
                </a:r>
              </a:p>
            </p:txBody>
          </p:sp>
          <p:sp>
            <p:nvSpPr>
              <p:cNvPr id="99" name="Rectangle 87">
                <a:extLst>
                  <a:ext uri="{FF2B5EF4-FFF2-40B4-BE49-F238E27FC236}">
                    <a16:creationId xmlns:a16="http://schemas.microsoft.com/office/drawing/2014/main" id="{FA753A90-13DF-4F4F-AE3C-D40AF73AD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100" name="Rectangle 88">
                <a:extLst>
                  <a:ext uri="{FF2B5EF4-FFF2-40B4-BE49-F238E27FC236}">
                    <a16:creationId xmlns:a16="http://schemas.microsoft.com/office/drawing/2014/main" id="{690A2DF4-1048-448C-8D53-2ABA8DB2E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SUBD F8,F2,F6</a:t>
                </a:r>
              </a:p>
            </p:txBody>
          </p:sp>
          <p:sp>
            <p:nvSpPr>
              <p:cNvPr id="101" name="Rectangle 89">
                <a:extLst>
                  <a:ext uri="{FF2B5EF4-FFF2-40B4-BE49-F238E27FC236}">
                    <a16:creationId xmlns:a16="http://schemas.microsoft.com/office/drawing/2014/main" id="{9BA8CCAB-D1C1-4B16-9444-A7E9999E1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FF3300"/>
                    </a:solidFill>
                    <a:latin typeface="Courier New" panose="02070309020205020404" pitchFamily="49" charset="0"/>
                  </a:rPr>
                  <a:t>Y</a:t>
                </a:r>
              </a:p>
            </p:txBody>
          </p:sp>
        </p:grpSp>
        <p:sp>
          <p:nvSpPr>
            <p:cNvPr id="74" name="Rectangle 90">
              <a:extLst>
                <a:ext uri="{FF2B5EF4-FFF2-40B4-BE49-F238E27FC236}">
                  <a16:creationId xmlns:a16="http://schemas.microsoft.com/office/drawing/2014/main" id="{44B2356D-B69F-4E15-86E3-81A35ECF2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75" name="Rectangle 91">
              <a:extLst>
                <a:ext uri="{FF2B5EF4-FFF2-40B4-BE49-F238E27FC236}">
                  <a16:creationId xmlns:a16="http://schemas.microsoft.com/office/drawing/2014/main" id="{DDF9DC3E-FFAA-45D9-B46B-EBD07EA73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76" name="Rectangle 92">
              <a:extLst>
                <a:ext uri="{FF2B5EF4-FFF2-40B4-BE49-F238E27FC236}">
                  <a16:creationId xmlns:a16="http://schemas.microsoft.com/office/drawing/2014/main" id="{89DEF8CF-520E-4C52-8D68-904D3ED34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F6</a:t>
              </a:r>
            </a:p>
          </p:txBody>
        </p:sp>
        <p:sp>
          <p:nvSpPr>
            <p:cNvPr id="77" name="Rectangle 93">
              <a:extLst>
                <a:ext uri="{FF2B5EF4-FFF2-40B4-BE49-F238E27FC236}">
                  <a16:creationId xmlns:a16="http://schemas.microsoft.com/office/drawing/2014/main" id="{25BA0866-DA65-49A4-8071-1D513E91A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8" name="Rectangle 94">
              <a:extLst>
                <a:ext uri="{FF2B5EF4-FFF2-40B4-BE49-F238E27FC236}">
                  <a16:creationId xmlns:a16="http://schemas.microsoft.com/office/drawing/2014/main" id="{ED7790A0-62CC-41E2-ADEF-B921D6FE5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9" name="Rectangle 95">
              <a:extLst>
                <a:ext uri="{FF2B5EF4-FFF2-40B4-BE49-F238E27FC236}">
                  <a16:creationId xmlns:a16="http://schemas.microsoft.com/office/drawing/2014/main" id="{CF22EDA9-A8A9-4E3D-90ED-53D81713D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80" name="Rectangle 96">
              <a:extLst>
                <a:ext uri="{FF2B5EF4-FFF2-40B4-BE49-F238E27FC236}">
                  <a16:creationId xmlns:a16="http://schemas.microsoft.com/office/drawing/2014/main" id="{4C663391-A53F-4CD6-998E-9AEE69441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MULD F0,F2,F4</a:t>
              </a:r>
            </a:p>
          </p:txBody>
        </p:sp>
        <p:sp>
          <p:nvSpPr>
            <p:cNvPr id="81" name="Rectangle 97">
              <a:extLst>
                <a:ext uri="{FF2B5EF4-FFF2-40B4-BE49-F238E27FC236}">
                  <a16:creationId xmlns:a16="http://schemas.microsoft.com/office/drawing/2014/main" id="{D8EF2BD0-35D0-4D4A-89A3-91F88F362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LD F2,45(R3)</a:t>
              </a:r>
            </a:p>
          </p:txBody>
        </p:sp>
        <p:sp>
          <p:nvSpPr>
            <p:cNvPr id="82" name="Rectangle 98">
              <a:extLst>
                <a:ext uri="{FF2B5EF4-FFF2-40B4-BE49-F238E27FC236}">
                  <a16:creationId xmlns:a16="http://schemas.microsoft.com/office/drawing/2014/main" id="{7958E80A-F75B-47F5-AEEA-5C44FE60F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LD F6,34(R2)</a:t>
              </a:r>
            </a:p>
          </p:txBody>
        </p:sp>
        <p:sp>
          <p:nvSpPr>
            <p:cNvPr id="83" name="Rectangle 99">
              <a:extLst>
                <a:ext uri="{FF2B5EF4-FFF2-40B4-BE49-F238E27FC236}">
                  <a16:creationId xmlns:a16="http://schemas.microsoft.com/office/drawing/2014/main" id="{9E155519-FFC6-422F-AE20-A123E5B7B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84" name="Rectangle 100">
              <a:extLst>
                <a:ext uri="{FF2B5EF4-FFF2-40B4-BE49-F238E27FC236}">
                  <a16:creationId xmlns:a16="http://schemas.microsoft.com/office/drawing/2014/main" id="{EDEACCC1-A89C-40B7-B338-9E5C5533E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85" name="Rectangle 101">
              <a:extLst>
                <a:ext uri="{FF2B5EF4-FFF2-40B4-BE49-F238E27FC236}">
                  <a16:creationId xmlns:a16="http://schemas.microsoft.com/office/drawing/2014/main" id="{7A0611E3-99F3-47BA-A4D8-1D0C2D544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DDDDDD"/>
                  </a:solidFill>
                  <a:latin typeface="Courier New" panose="02070309020205020404" pitchFamily="49" charset="0"/>
                </a:rPr>
                <a:t>Y</a:t>
              </a:r>
            </a:p>
          </p:txBody>
        </p:sp>
      </p:grpSp>
      <p:sp>
        <p:nvSpPr>
          <p:cNvPr id="102" name="Rectangle 102">
            <a:extLst>
              <a:ext uri="{FF2B5EF4-FFF2-40B4-BE49-F238E27FC236}">
                <a16:creationId xmlns:a16="http://schemas.microsoft.com/office/drawing/2014/main" id="{5D01AD4E-929D-411B-9B3D-7AAAFC96D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6002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DIVD F10,F0,F6</a:t>
            </a:r>
          </a:p>
        </p:txBody>
      </p:sp>
      <p:sp>
        <p:nvSpPr>
          <p:cNvPr id="103" name="Rectangle 103">
            <a:extLst>
              <a:ext uri="{FF2B5EF4-FFF2-40B4-BE49-F238E27FC236}">
                <a16:creationId xmlns:a16="http://schemas.microsoft.com/office/drawing/2014/main" id="{8CEDF6CC-1FE4-4ED1-B63C-4375BAC9C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F10</a:t>
            </a:r>
          </a:p>
        </p:txBody>
      </p:sp>
      <p:sp>
        <p:nvSpPr>
          <p:cNvPr id="104" name="Rectangle 104">
            <a:extLst>
              <a:ext uri="{FF2B5EF4-FFF2-40B4-BE49-F238E27FC236}">
                <a16:creationId xmlns:a16="http://schemas.microsoft.com/office/drawing/2014/main" id="{47CBE5AC-7F47-4D63-9265-EE597301B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029200"/>
            <a:ext cx="2514600" cy="20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sz="1800" b="1">
                <a:latin typeface="Courier New" panose="02070309020205020404" pitchFamily="49" charset="0"/>
              </a:rPr>
              <a:t> DIVD </a:t>
            </a:r>
            <a:r>
              <a:rPr lang="en-US" altLang="zh-CN" sz="1600" b="1">
                <a:solidFill>
                  <a:srgbClr val="FF0000"/>
                </a:solidFill>
                <a:latin typeface="Courier New" panose="02070309020205020404" pitchFamily="49" charset="0"/>
              </a:rPr>
              <a:t>ROB3,M[34+R2]</a:t>
            </a:r>
          </a:p>
        </p:txBody>
      </p:sp>
      <p:sp>
        <p:nvSpPr>
          <p:cNvPr id="105" name="Rectangle 105">
            <a:extLst>
              <a:ext uri="{FF2B5EF4-FFF2-40B4-BE49-F238E27FC236}">
                <a16:creationId xmlns:a16="http://schemas.microsoft.com/office/drawing/2014/main" id="{905562C7-B18B-4BDE-9A54-1A23D0DE1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DDDDDD"/>
                </a:solidFill>
                <a:latin typeface="Courier New" panose="02070309020205020404" pitchFamily="49" charset="0"/>
              </a:rPr>
              <a:t>M</a:t>
            </a:r>
            <a:r>
              <a:rPr lang="en-US" altLang="zh-CN" sz="1600" b="1">
                <a:solidFill>
                  <a:srgbClr val="DDDDDD"/>
                </a:solidFill>
                <a:latin typeface="Courier New" panose="02070309020205020404" pitchFamily="49" charset="0"/>
              </a:rPr>
              <a:t>[34+R2]</a:t>
            </a:r>
          </a:p>
        </p:txBody>
      </p:sp>
      <p:sp>
        <p:nvSpPr>
          <p:cNvPr id="106" name="Rectangle 106">
            <a:extLst>
              <a:ext uri="{FF2B5EF4-FFF2-40B4-BE49-F238E27FC236}">
                <a16:creationId xmlns:a16="http://schemas.microsoft.com/office/drawing/2014/main" id="{E3887BE2-980D-466A-BDF4-32633D8E6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295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ADDD F6,F8,F2</a:t>
            </a:r>
          </a:p>
        </p:txBody>
      </p:sp>
      <p:sp>
        <p:nvSpPr>
          <p:cNvPr id="107" name="Rectangle 107">
            <a:extLst>
              <a:ext uri="{FF2B5EF4-FFF2-40B4-BE49-F238E27FC236}">
                <a16:creationId xmlns:a16="http://schemas.microsoft.com/office/drawing/2014/main" id="{F4439803-B6E8-4D85-86CD-82A21303E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95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F6</a:t>
            </a:r>
          </a:p>
        </p:txBody>
      </p:sp>
      <p:sp>
        <p:nvSpPr>
          <p:cNvPr id="108" name="Rectangle 108">
            <a:extLst>
              <a:ext uri="{FF2B5EF4-FFF2-40B4-BE49-F238E27FC236}">
                <a16:creationId xmlns:a16="http://schemas.microsoft.com/office/drawing/2014/main" id="{849C1E9F-49AC-4EC7-B6C8-438E5C203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76800"/>
            <a:ext cx="2590800" cy="1524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 </a:t>
            </a:r>
            <a:r>
              <a:rPr lang="en-US" altLang="zh-CN" sz="1800" b="1">
                <a:latin typeface="Courier New" panose="02070309020205020404" pitchFamily="49" charset="0"/>
              </a:rPr>
              <a:t>ADDD</a:t>
            </a:r>
            <a:r>
              <a:rPr lang="en-US" altLang="zh-CN" sz="1600" b="1">
                <a:latin typeface="Courier New" panose="02070309020205020404" pitchFamily="49" charset="0"/>
              </a:rPr>
              <a:t> </a:t>
            </a:r>
            <a:r>
              <a:rPr lang="en-US" altLang="zh-CN" sz="1600" b="1">
                <a:solidFill>
                  <a:srgbClr val="006600"/>
                </a:solidFill>
                <a:latin typeface="Courier New" panose="02070309020205020404" pitchFamily="49" charset="0"/>
              </a:rPr>
              <a:t>V[1]</a:t>
            </a:r>
            <a:r>
              <a:rPr lang="en-US" altLang="zh-CN" sz="1600" b="1">
                <a:solidFill>
                  <a:srgbClr val="FF0000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400" b="1">
                <a:solidFill>
                  <a:srgbClr val="9900CC"/>
                </a:solidFill>
                <a:latin typeface="Courier New" panose="02070309020205020404" pitchFamily="49" charset="0"/>
              </a:rPr>
              <a:t>M[45+R3]</a:t>
            </a:r>
          </a:p>
        </p:txBody>
      </p:sp>
      <p:sp>
        <p:nvSpPr>
          <p:cNvPr id="109" name="Rectangle 109">
            <a:extLst>
              <a:ext uri="{FF2B5EF4-FFF2-40B4-BE49-F238E27FC236}">
                <a16:creationId xmlns:a16="http://schemas.microsoft.com/office/drawing/2014/main" id="{7BAFA142-96C2-4686-9D6A-F2EFDB66E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DDDDDD"/>
                </a:solidFill>
                <a:latin typeface="Courier New" panose="02070309020205020404" pitchFamily="49" charset="0"/>
              </a:rPr>
              <a:t>M[</a:t>
            </a:r>
            <a:r>
              <a:rPr lang="en-US" altLang="zh-CN" sz="1600" b="1">
                <a:solidFill>
                  <a:srgbClr val="DDDDDD"/>
                </a:solidFill>
                <a:latin typeface="Courier New" panose="02070309020205020404" pitchFamily="49" charset="0"/>
              </a:rPr>
              <a:t>45+R3]</a:t>
            </a:r>
          </a:p>
        </p:txBody>
      </p:sp>
      <p:sp>
        <p:nvSpPr>
          <p:cNvPr id="110" name="Rectangle 110">
            <a:extLst>
              <a:ext uri="{FF2B5EF4-FFF2-40B4-BE49-F238E27FC236}">
                <a16:creationId xmlns:a16="http://schemas.microsoft.com/office/drawing/2014/main" id="{37116458-5590-4483-B8CF-4CCEBA0E3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9050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6600"/>
                </a:solidFill>
                <a:latin typeface="Courier New" panose="02070309020205020404" pitchFamily="49" charset="0"/>
              </a:rPr>
              <a:t>V[1]</a:t>
            </a:r>
            <a:endParaRPr lang="en-US" altLang="zh-CN" sz="1600" b="1">
              <a:solidFill>
                <a:srgbClr val="006600"/>
              </a:solidFill>
              <a:latin typeface="Courier New" panose="02070309020205020404" pitchFamily="49" charset="0"/>
            </a:endParaRPr>
          </a:p>
        </p:txBody>
      </p:sp>
      <p:sp>
        <p:nvSpPr>
          <p:cNvPr id="111" name="Text Box 111">
            <a:extLst>
              <a:ext uri="{FF2B5EF4-FFF2-40B4-BE49-F238E27FC236}">
                <a16:creationId xmlns:a16="http://schemas.microsoft.com/office/drawing/2014/main" id="{679DD85F-77EC-425C-BAE3-6EB8E3ECE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0939"/>
            <a:ext cx="1500188" cy="1608137"/>
          </a:xfrm>
          <a:prstGeom prst="rect">
            <a:avLst/>
          </a:prstGeom>
          <a:noFill/>
          <a:ln w="25400" algn="ctr">
            <a:solidFill>
              <a:srgbClr val="33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DDDDDD"/>
                </a:solidFill>
                <a:latin typeface="Arial" panose="020B0604020202020204" pitchFamily="34" charset="0"/>
              </a:rPr>
              <a:t>LD F6,34(R2)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DDDDDD"/>
                </a:solidFill>
                <a:latin typeface="Arial" panose="020B0604020202020204" pitchFamily="34" charset="0"/>
              </a:rPr>
              <a:t>LD F2,45(R3)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MULD F0,F2,F4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FF00"/>
                </a:solidFill>
                <a:latin typeface="Arial" panose="020B0604020202020204" pitchFamily="34" charset="0"/>
              </a:rPr>
              <a:t>SUBD F8,F2,F6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DIVD F10,F0,F6</a:t>
            </a:r>
          </a:p>
          <a:p>
            <a:pPr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3333FF"/>
                </a:solidFill>
                <a:latin typeface="Arial" panose="020B0604020202020204" pitchFamily="34" charset="0"/>
              </a:rPr>
              <a:t>ADDD F6,F8,F2</a:t>
            </a:r>
          </a:p>
        </p:txBody>
      </p:sp>
    </p:spTree>
    <p:extLst>
      <p:ext uri="{BB962C8B-B14F-4D97-AF65-F5344CB8AC3E}">
        <p14:creationId xmlns:p14="http://schemas.microsoft.com/office/powerpoint/2010/main" val="152122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3AF3AF1-71F5-41CE-9429-B4F2BE0AB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Overlapped basic block </a:t>
            </a:r>
          </a:p>
          <a:p>
            <a:r>
              <a:rPr lang="en-US" altLang="zh-CN" dirty="0"/>
              <a:t>Is there any new problems ?</a:t>
            </a:r>
          </a:p>
          <a:p>
            <a:pPr lvl="1"/>
            <a:r>
              <a:rPr lang="en-US" altLang="zh-CN" dirty="0"/>
              <a:t>Pay attention to  the memory accessing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938BBA-0C33-45D7-93D3-5D9ECD62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Speculation performance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2086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2045B-66F8-4E3E-AAEF-0E6CFE67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EED071-09CA-47E2-9F5E-BBB370C18A41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C197C8-2B27-4F31-BDE7-A18572AC3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2CCE253-7F63-4CC0-8E71-A8F53F7A6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F5102D-C55E-4044-8594-72E23B08F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FA26A1B-F8D6-4C09-ABC5-CD9349FE6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A4CAF2-D292-4AC9-89E9-D101054CA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3B7EE-AA94-42B5-8658-C7F42FC4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00B4AE-44F8-4308-8EAA-04239AE8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F1BE2F5F-4466-429A-A99C-4109A6E14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27B1760E-9A05-4453-B2A5-EEEA05B3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DCDA7676-DB96-4073-B61B-883F33955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3D12FB4F-1671-4F08-94C3-A1C53F921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BA665EB5-7C30-492A-ACDF-BB947FED9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E3A882E7-195D-48D0-94FB-5E99333AA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70809900-1C17-4919-AE94-D0D97C0BB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2237F27C-7B4A-4129-A6B2-4FC4871B3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0B08AC1B-F5BC-4D53-B0E1-BFCCAF781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D763412-4E21-4230-980E-78CE34186356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21345C3D-DB50-4D4E-AE83-44E94E89F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99BA8922-23BB-40FE-A649-A67EA2636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F63AD965-96CD-4DEB-85ED-5F0E01DA6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2306836E-D07B-42F7-87D7-9B5B66677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5" name="Text Box 25">
            <a:extLst>
              <a:ext uri="{FF2B5EF4-FFF2-40B4-BE49-F238E27FC236}">
                <a16:creationId xmlns:a16="http://schemas.microsoft.com/office/drawing/2014/main" id="{0DD0E03F-19BF-4AF3-8ACC-2ECE7A7C9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554760FC-E98B-4DA8-BAA4-0F86E0AA5A1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1219200"/>
            <a:chOff x="2208" y="576"/>
            <a:chExt cx="2448" cy="768"/>
          </a:xfrm>
        </p:grpSpPr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D87D503D-353C-42F8-B137-96DABD8D4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CB020D41-6ED5-4C6E-840E-69765B3D3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B34263F5-6529-445A-8E51-3746CA855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5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520DE213-9AB9-4505-9F9D-718F1E7DC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768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71524D3E-29A6-4A49-B639-86A0FB4E0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5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4EFB721D-7939-4B8A-8285-E27B8C798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768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521543CF-1FC2-4E39-A68A-4548CB7C0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FF592351-8A0A-40CF-9F1F-F1B31A121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F46D2BC0-0626-4B7F-8BE1-8123D611F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EFE53DE8-95DE-4C57-ACF9-79A2F65A9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960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61DB4F08-D433-4B7E-B161-166DCFED2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960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9300004A-017D-4459-8556-51F9CB7AF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05A72664-AAB3-4BCB-A706-3E63339F4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710AF81A-031E-4B8E-8492-AAFB01069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15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011726B7-5D4D-4310-AF9B-C61E7001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5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3D8A5CB1-8CC4-432D-932D-A98C7CDA2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</p:grpSp>
      <p:sp>
        <p:nvSpPr>
          <p:cNvPr id="43" name="Rectangle 43">
            <a:extLst>
              <a:ext uri="{FF2B5EF4-FFF2-40B4-BE49-F238E27FC236}">
                <a16:creationId xmlns:a16="http://schemas.microsoft.com/office/drawing/2014/main" id="{7BD30394-C0B3-4B48-B1F1-8CA3DCB9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ABC55F00-662F-43CF-B15C-3C58D1566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5461B727-934B-45C6-93C0-114849747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F0</a:t>
            </a:r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1BDBD3AA-9FE8-4417-8E21-A1E5DBDF4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1B1FC4C0-A1C6-4033-BB86-606D5BC5D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7FD7563A-3BD5-4EC9-8E06-A81E624D5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EE96E5A5-53F0-4908-8FB5-5D1D5ED8F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2098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388F58E7-548B-4689-938F-8172E0DB6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5146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C159FE91-A673-4EA9-A56D-E646EEA5D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819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LD F0,10(R2)</a:t>
            </a: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51274DBD-36E1-4F96-81B5-7266A501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42443D32-0007-4226-8280-C0F5602BF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640CD76D-70F6-43AB-8B1D-D3A38292F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39A75C3C-D756-404A-830A-481E8F9B5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56" name="Text Box 56">
            <a:extLst>
              <a:ext uri="{FF2B5EF4-FFF2-40B4-BE49-F238E27FC236}">
                <a16:creationId xmlns:a16="http://schemas.microsoft.com/office/drawing/2014/main" id="{3179E141-4829-4AE1-B0A0-C03E51148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2258E4BF-7884-4F2D-9CD7-DA35B26E3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8" name="AutoShape 58">
            <a:extLst>
              <a:ext uri="{FF2B5EF4-FFF2-40B4-BE49-F238E27FC236}">
                <a16:creationId xmlns:a16="http://schemas.microsoft.com/office/drawing/2014/main" id="{4A2E1445-95C0-44CB-8D2E-B352A546067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5BDF4E48-7F64-461D-8F22-0E56DC985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0" name="Text Box 60">
            <a:extLst>
              <a:ext uri="{FF2B5EF4-FFF2-40B4-BE49-F238E27FC236}">
                <a16:creationId xmlns:a16="http://schemas.microsoft.com/office/drawing/2014/main" id="{EFA0CDEB-4978-4187-9ED4-4AB7C78A5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61" name="Group 61">
            <a:extLst>
              <a:ext uri="{FF2B5EF4-FFF2-40B4-BE49-F238E27FC236}">
                <a16:creationId xmlns:a16="http://schemas.microsoft.com/office/drawing/2014/main" id="{73F3E19A-6B7B-4BB6-B60E-547A8F1BC5F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62" name="Rectangle 62">
              <a:extLst>
                <a:ext uri="{FF2B5EF4-FFF2-40B4-BE49-F238E27FC236}">
                  <a16:creationId xmlns:a16="http://schemas.microsoft.com/office/drawing/2014/main" id="{C9C78FF4-0E20-4010-97C9-C5609653A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B430B8EC-E4AA-41B1-B809-606093F3E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C4A2E5AB-FF21-44C9-8EBC-FD99C7B7F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9E59100D-88AA-4C71-A585-53B27ED02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Rectangle 66">
              <a:extLst>
                <a:ext uri="{FF2B5EF4-FFF2-40B4-BE49-F238E27FC236}">
                  <a16:creationId xmlns:a16="http://schemas.microsoft.com/office/drawing/2014/main" id="{EC5602FD-33D5-43DB-A6AA-FEC48CBB2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3525C26F-6DC0-4FD1-8281-834FA5C61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8" name="Text Box 68">
            <a:extLst>
              <a:ext uri="{FF2B5EF4-FFF2-40B4-BE49-F238E27FC236}">
                <a16:creationId xmlns:a16="http://schemas.microsoft.com/office/drawing/2014/main" id="{6F0BDEA0-0571-4140-B88E-7495CF93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E9B8012D-860E-4D17-9290-9359584CD80E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9BB88905-CF45-4F75-8C34-F53A6DDCC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3569D1BA-9A6D-4D2F-AFBF-15C3C7DFA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AB450B60-F518-4588-A543-D1D18C095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F14A5CD0-A2B7-4EEF-B6C2-598405997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" name="Text Box 74">
            <a:extLst>
              <a:ext uri="{FF2B5EF4-FFF2-40B4-BE49-F238E27FC236}">
                <a16:creationId xmlns:a16="http://schemas.microsoft.com/office/drawing/2014/main" id="{EC1A5FD3-F268-41AB-A05C-548D97AD4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75" name="Text Box 75">
            <a:extLst>
              <a:ext uri="{FF2B5EF4-FFF2-40B4-BE49-F238E27FC236}">
                <a16:creationId xmlns:a16="http://schemas.microsoft.com/office/drawing/2014/main" id="{4D8B2878-6517-435C-8FD8-6A259FA72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76" name="Text Box 76">
            <a:extLst>
              <a:ext uri="{FF2B5EF4-FFF2-40B4-BE49-F238E27FC236}">
                <a16:creationId xmlns:a16="http://schemas.microsoft.com/office/drawing/2014/main" id="{17C2CE6E-077C-434A-BEC3-78A102E15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grpSp>
        <p:nvGrpSpPr>
          <p:cNvPr id="77" name="Group 77">
            <a:extLst>
              <a:ext uri="{FF2B5EF4-FFF2-40B4-BE49-F238E27FC236}">
                <a16:creationId xmlns:a16="http://schemas.microsoft.com/office/drawing/2014/main" id="{6BBF51F5-6A95-4468-A94E-9BFADE125359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78" name="Line 78">
              <a:extLst>
                <a:ext uri="{FF2B5EF4-FFF2-40B4-BE49-F238E27FC236}">
                  <a16:creationId xmlns:a16="http://schemas.microsoft.com/office/drawing/2014/main" id="{352FED65-A63E-4F9D-BFD2-4E3631BCC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79">
              <a:extLst>
                <a:ext uri="{FF2B5EF4-FFF2-40B4-BE49-F238E27FC236}">
                  <a16:creationId xmlns:a16="http://schemas.microsoft.com/office/drawing/2014/main" id="{CCC10F2F-9984-4D88-A7EE-15DA23662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80">
              <a:extLst>
                <a:ext uri="{FF2B5EF4-FFF2-40B4-BE49-F238E27FC236}">
                  <a16:creationId xmlns:a16="http://schemas.microsoft.com/office/drawing/2014/main" id="{01E1C438-73E7-449C-A7F3-0AC8C5D7C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81">
              <a:extLst>
                <a:ext uri="{FF2B5EF4-FFF2-40B4-BE49-F238E27FC236}">
                  <a16:creationId xmlns:a16="http://schemas.microsoft.com/office/drawing/2014/main" id="{ABB6E00F-1D7C-49FB-91E7-CA0D7009A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C9B74E17-BD25-4428-B31C-69FBE9E3D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5D36CC6B-23CC-4CB4-BC85-67664B383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84">
              <a:extLst>
                <a:ext uri="{FF2B5EF4-FFF2-40B4-BE49-F238E27FC236}">
                  <a16:creationId xmlns:a16="http://schemas.microsoft.com/office/drawing/2014/main" id="{DF23D775-1C68-43CB-8DBA-D4FFD50E6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53582629-B7F7-49F9-9791-6DD000958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DC868AB7-4303-46DE-B67B-4671C1D21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FEDA1220-3445-4DF4-971A-3524E2E97F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8" name="Line 88">
            <a:extLst>
              <a:ext uri="{FF2B5EF4-FFF2-40B4-BE49-F238E27FC236}">
                <a16:creationId xmlns:a16="http://schemas.microsoft.com/office/drawing/2014/main" id="{2FF3D2D2-DA99-4266-9CCF-B83731805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059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58DA2-C77C-4A17-876A-BEA8FA7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7D508A-19BB-401E-AB2D-0D6A0871CAB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D9A8ECA-0C81-48EC-8330-9FB8FEAA0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D2154F-878D-446D-BDC6-EF38DF9C3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011A65-E98E-404C-8C99-2F8A0BEE6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23D06D5-F411-4A44-BC80-869511C80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827F9-EC17-4A8F-B848-EA8752242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CCDA89-7D38-481F-A42F-D82D880C6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2070A1-8E24-404F-A0CA-807627996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20E35048-E0CF-4925-9835-33C270D67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0641E497-1014-4CD0-B51D-9FE2C15DE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25D48F4A-0005-40B3-9348-54DE911DA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01F58C5-E956-4070-8534-481E5BD73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02055D95-40F7-4378-9ABE-7D11D8294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33EF2CAD-8D8E-459C-A656-31289F70B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92D864B5-4F71-4E79-98DC-048994AF0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39125068-6B40-450C-88EA-13FAA2D75F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7080C002-6168-4596-B3C9-18BC4599C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74211D5B-DAF7-4C79-92FB-2E731E549D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0ED9BF9A-DA38-4BBD-9F38-514D87B837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30DFB2CB-DD76-44B0-B7FB-0BDD738E2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479AAC74-6198-4678-B1E1-8BF63D726FF4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DDBACA70-6FF9-44D7-BC86-F78AFC95C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5C318E02-55CA-473D-A184-BEC73F1B6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40FB71A7-51F4-4145-9C6D-16B7F77FD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82BE94CD-0681-40F8-851B-4A1FC46F5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99D9E4B5-3B83-4623-B4C6-83A7037CEF94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6D27472A-9190-48D8-BA00-8F6C2317D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CF03E769-7EE6-42FD-8600-266B19E8039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1B88965C-B1E1-48D9-B1CD-07AB7618B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8BE2B74E-DBDA-48E7-BF2B-70B945D2E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25540E95-27A5-4A1C-9FC7-184DE0C2F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B3550571-335A-4339-8BDA-3DC7AE4DE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184B37E9-FCDA-42CD-8094-8461CC338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0653092D-D08E-48F2-A8A9-8A9969A1B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86A32001-5501-4D56-B6A2-852D91851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49ED5AB6-800F-4284-B176-9097C057E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6A52FE43-377A-4DDB-9736-7D9158A09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77B838D7-1283-4040-83AE-DF7C7745B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1896BBAF-FBAC-4FCC-85F3-6973004FF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71F51E44-0442-4390-9026-8AFD681DC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AE8A7950-C251-4ACB-8D36-C169233A2B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3F0B3327-EFAD-48D6-B039-1337DFC34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85C087C4-3FBA-478D-B8C4-758CD39FD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9B07152A-5BC0-4A8A-9DA4-EEF772B38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9B4BB107-CE28-4788-AC18-8C2EF221D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F7A8627E-B413-4EA1-83B0-3F057FFF4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E864CFE2-311A-4D31-83D5-A6FBA73F7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30027507-C559-48EF-8094-46269866D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62450421-571A-4732-84F3-3A021E563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C98C0A51-6883-4D80-A1B6-67D434C39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8D95EE5D-9E3B-4F8D-B283-991832278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D720050A-A3A9-400E-9AB9-B1561D254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E47A7097-0523-4CA7-ACEC-A379711A1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73CDBED8-C4DC-4F29-A34D-56DC1B88C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F0,10(R2)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3905FD72-3258-40CD-87C9-DDB2182E5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77FD4B99-7EEB-4124-A813-B633B2A27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FF85B391-3FB4-4403-9D30-12CD939FC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19134C75-7D9F-4510-89D6-505B8BA20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362DC2C5-ED68-4AD9-A081-78599BFAE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58BA4759-AFAC-4B4C-BB20-4B5C2204E289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6C57E1DC-C99C-4367-8CDB-ADE1D9A226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A8F43F60-72B6-4C46-9D19-F0D75BBF4B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64CBD7F3-7DA8-4CC6-8AB9-8C696B94B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ACEFC932-A714-40D3-9EE3-8F87D0022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963DAEFF-0AED-4CC2-BD28-6A2545FA010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FDB1FB4B-0B49-4CAF-8937-082F65B85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D2C60550-4931-4B3F-AE76-843718C18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278BD9CF-9D22-44EB-9693-99CF24466A58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91259509-69A3-4023-A899-7062F1B1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CB86F2E4-9472-47D5-B3D4-345F94108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9679B340-319C-4280-973D-6F7B1591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D824ED7A-06FA-40C6-BD6B-F2F3B9882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D3D232AE-CA3C-4F2E-8B69-9965F4633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3EF95865-1807-4E0A-A15A-0A9537766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20C564BC-63F2-44F6-88AE-30F26C73A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457DDA22-6DBA-4F40-8D04-DF30F9C41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" name="Group 79">
            <a:extLst>
              <a:ext uri="{FF2B5EF4-FFF2-40B4-BE49-F238E27FC236}">
                <a16:creationId xmlns:a16="http://schemas.microsoft.com/office/drawing/2014/main" id="{EE148B54-60E4-4781-A606-167949F6E6F4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85050071-78F2-4613-B9DD-2DCC9148B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786F5FB7-2B8A-4283-8517-717D0B019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8E2EB20D-8010-4EF5-A045-E8A708D62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41DF9D71-A14C-46FB-8412-008C20670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4" name="Text Box 84">
            <a:extLst>
              <a:ext uri="{FF2B5EF4-FFF2-40B4-BE49-F238E27FC236}">
                <a16:creationId xmlns:a16="http://schemas.microsoft.com/office/drawing/2014/main" id="{04B9221B-0343-44E5-98A0-F15911C82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F5A2DBE4-FBBE-4B44-B634-CB2B998C0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633B4E28-A421-42D3-A534-B5D038BD7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E4A1BD3E-D5D5-4D37-BF56-40E93DCD4F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56482C7C-9A07-48B2-A026-7FD9D6F9E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99F30EA9-B5B9-45EB-A93D-569E9AC22D0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F9DB743F-80B7-4FF2-98E4-2E9FE2FC1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17674393-3824-412E-9F9B-073BA0BA4E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FF53ADF6-1716-4C82-B084-DE4D8E134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389F5774-D42D-4253-AB00-F33DB5683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35D6E78D-6B9F-4B13-838D-5AD2E8C9D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33059D6C-ED30-4443-992A-F07F594EF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65879146-2C5D-4602-9082-32325E55E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9B3B8262-A457-4EDB-AD43-B9AB500B2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D9B0E4B1-68E0-463B-BD42-EF7176637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6CC17F2F-25F3-4BF7-B015-004F586D0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007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50C5D-1263-4510-81B5-C254A6B87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C6C55E-3272-476C-B040-CC43FD6A98BB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707624-CEF4-4A06-8055-80B07B61E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C1A721-02E7-4FF5-BA58-C20DB0AED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233E20-8A14-4FF5-94B0-81096A8B0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BE8074-5EEC-45F2-8944-49A997193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39196-D913-4B05-832D-1EA886CEC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8FDE93-677A-4367-96B3-A86481539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3D1BB4-66DA-4D52-8CDC-7BE1FEC7F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F31C5EE4-B981-44D0-B9D2-468A25AE7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4CC07FE-18B5-4026-8430-9DDABF67A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CECC565B-9379-45F4-A062-386C9C1A2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BDB0D2FE-BFC8-40B5-AD70-050F27B1B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E0FD8037-9810-487B-896A-4DA021ED3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1BAC5768-C87B-4758-8390-F54409F491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7B15EE3E-5856-4990-BA0C-0D34D2C7D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D9E389B7-9022-4D63-B566-5BDFCAFD1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F410F73A-051C-490B-9103-22CD6049F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E9524F0E-A22D-4D87-8893-58DEB9B6CF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D89EF9B7-B43A-405E-9091-55A2FBF08A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4CB4B0A9-25C7-41F5-B6E7-607C15878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46CD3AE-2A34-4658-B6FC-F2E167C7FAD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B13ED907-5152-4A20-A197-5FEE5C1C3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187856AA-A9F6-4FEB-9C94-66A584604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879615C1-874C-4860-BCAB-B0EE67C6A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13CC6608-0DD8-4327-9937-23B5F436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A98E953E-0E03-454B-92E3-C2683AB00086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F1FA4B16-AF70-4A00-BD1E-9B500CBB5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4990931E-A0C8-4C7F-A8AE-DAECD826B35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F3AD092D-0DD9-421C-9D7F-A671E694D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E11B2A9F-244B-4713-9CCB-67517D740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C890B960-B7BD-4FA7-9373-704408C74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FA0A92E3-386F-451C-8739-7A7DC393A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F0DCE193-3CAF-4E7C-8B96-D9204FEBF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91B1E8F2-9AE1-441C-8197-663F1FB91A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FDFCCED6-5A67-40BF-B0B3-CB904A5BA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42B32EAA-D542-4249-88DE-1390B56CA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A93C98FC-1BFA-4E81-875C-AC97F32FB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877A3B62-0059-4C49-BD37-1858945C2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52DAAE27-507B-4220-B33F-BD4501777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2A8650A4-F2AE-43A3-9F73-5FA74DF53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0E740A40-D02A-4026-80BD-CC4AC12B9A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87A803BC-D670-4019-9FEA-D8C05AD1F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991BEA41-8921-4AB5-B2B0-6B399A166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F8F1C0D6-E6C7-48F6-AF81-418665E09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64325BAD-3490-448B-94BF-842C11F62B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A7FA340B-82D1-47FF-B436-BC5D288EC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65D100AB-8BEE-423A-A6B7-DE638BF52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F821DD1E-AD3F-4C21-8095-AF2E7D8B4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E5120E09-3C8E-44C9-BCCB-FDDEA259A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AEFD2172-3E6B-4772-9F8B-BC873E1DA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9B40DB32-DF75-4D53-98B0-D8C066D83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2E00D68E-6DD3-4869-AA61-CF75B1984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13E4B314-7793-4A15-87B9-380EF1055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14E40AAC-2F5D-40C0-BD36-443F627F5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F0,10(R2)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0662610F-EAD8-4CD2-B956-F55254CCE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BBC56D7C-332E-4E1C-971E-C2FDBBE0D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1A6ED9EE-6577-42F6-A899-B2171DFBF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3E79C9A1-A6DC-46B2-8D26-457E9D176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FB5DA784-552C-448E-9E6A-406FA95D7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640B9CC1-15C9-4F51-B4B5-426DE87BB2F6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F1BC2687-C2B1-4257-A6CF-A625C6090C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493FD9D7-14FA-4E26-AEE2-5BD2F2B818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7899E815-D029-4EE1-AEA6-CDF652EDE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3E67E1D6-20C5-41A9-8190-2E99B7AF5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6B037E80-9333-4E61-9E64-721A9F5D932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A781D877-656E-43C5-BE7E-CC2E63E01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40B9413B-30D5-4C2B-A443-68352297A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9F952760-C5C3-4E5A-A70F-DA8C51C8A9AD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CB967A79-57B7-4261-95E1-E898AD777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E5838621-76E6-4110-AC96-6409F3651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41098C77-2D1A-4864-8E6D-D6C4BA19A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81B58F71-EDA7-4081-ABE1-C15741461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142D65E0-40A3-463B-BE8D-35E308371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34C969F5-906E-429F-A3A8-7F45136E9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8D75F72A-3BC9-4F7D-A402-D73E71AB4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07AA50F3-BF88-4AB9-977B-C7C706FD6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" name="Group 79">
            <a:extLst>
              <a:ext uri="{FF2B5EF4-FFF2-40B4-BE49-F238E27FC236}">
                <a16:creationId xmlns:a16="http://schemas.microsoft.com/office/drawing/2014/main" id="{C73440C4-645A-49CC-B52F-126A56C31CC0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53E5B22A-4FF1-4ABC-9612-2CE891B25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CFEB772E-690C-4CB1-BCB2-3426606F2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53E1C9A2-1815-481C-8E07-D8B622305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76C82A68-EA99-4B46-A414-B4E8E4C6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4" name="Text Box 84">
            <a:extLst>
              <a:ext uri="{FF2B5EF4-FFF2-40B4-BE49-F238E27FC236}">
                <a16:creationId xmlns:a16="http://schemas.microsoft.com/office/drawing/2014/main" id="{C365DEF2-9EC2-491D-A312-1FFB2A05E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BBAB0FFB-F586-4EA3-BFFE-C355C8C18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33CA77A7-45F3-4A83-9089-CEEEB5FDD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5BAF6002-6E22-4644-BB97-1133295C11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58854B04-5D35-4871-A96C-4424B3FA1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2689493A-5D02-4C8E-A7D9-664D3305FD6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0E4FE695-1FDB-47F5-91BC-C3B2B479D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A948020B-A364-4533-A59E-286857376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D4AF9BB8-3476-4C79-9BE0-590B3757D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A0A1F3FA-CA14-4FF7-9EE6-DAB384241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6325A3EA-BA07-4482-BF6B-9BAFA4004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60234145-F9BF-4552-B2E7-6EE146CB6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CFD40701-B1A3-43D8-A33D-0DAB403D09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0E930266-DC8A-44FD-B502-A6A7D3C984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80D5123B-3FA5-476E-A06B-4B7EB7171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43B0DD13-A6BB-44BA-A705-D87037E5C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3610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6BA47-C485-4626-B8A0-14C5DACF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B3AFF9-8667-49EF-8DAC-A02ADE98DF21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B9127D-791E-41B8-A468-CD10CB802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8379AE-6FEE-4E01-8626-D81342F40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146808-DB65-4883-87B0-CA08F7491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39E6BCB-1E76-42DA-9C8D-C756B0B11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CA7495-671A-4406-B728-51E3CC3D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800" b="1">
                <a:latin typeface="Courier New" panose="02070309020205020404" pitchFamily="49" charset="0"/>
              </a:rPr>
              <a:t> ADDD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ROB5</a:t>
            </a:r>
            <a:r>
              <a:rPr lang="en-US" altLang="zh-CN" sz="1800" b="1">
                <a:solidFill>
                  <a:schemeClr val="hlink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>
                <a:latin typeface="Courier New" panose="02070309020205020404" pitchFamily="49" charset="0"/>
              </a:rPr>
              <a:t>R(F6)</a:t>
            </a:r>
            <a:endParaRPr lang="en-US" altLang="zh-CN" sz="1800" b="1">
              <a:solidFill>
                <a:schemeClr val="hlink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780EAE-916B-46DB-AC0E-24866866A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AD1F22-5A42-42EC-A00B-C0B7D3990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8C8F96C0-FC56-4E6E-894F-4F2052518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16171C86-4AFB-4AAE-9746-6675E07E9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26B0A4F6-1B61-419F-B117-184A1292C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9E9C2569-111B-4989-B8BC-583D1AED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D1F5D208-4D92-49B9-AEFC-234FEA1630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D9DCB830-DCCF-4B5F-BA25-68D0CCB95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C7FB0F9A-F2AF-489F-A128-913766A5E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D6D56335-4CFF-44EB-8D41-D285BEFC3F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CB9D6A9-B5B6-4AD0-97AF-EA7E908E0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EB03914-5563-4CEB-81FB-0176151954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FECEAB1C-9601-4C75-B170-65771988AC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C5C2A7F2-FF78-4DE4-B4A3-FAEC0DCAC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B242B124-7898-478D-AD3C-7506DCBC8C0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CAC5AC1A-5A71-417C-87AF-B5B537D23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64473072-B3C8-4725-8BAF-064647708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8A6EFC87-7809-485D-B41E-C0ED6F2CF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3D0D6A6C-85E2-4081-9EA7-5DF4CF863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3DEF289D-F933-4A35-B69F-B11E18AC807D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C3BE1652-7493-4E96-9D9B-1CAA46F60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3842A4CD-8A51-4D2E-8465-E7DCE2FE54C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C7BA0BA3-87C8-49F2-B5C7-D94A57979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017CB60C-5416-4832-A866-1F5C106C6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FE9D1CF1-6014-4833-AE96-664B34E48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0AB572BF-86AC-41AD-BCA8-4A4CC6892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3C3FA594-14EB-4748-A143-A151E3F6A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558E5163-1732-4B4D-ABE9-0F0FFEB4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13A6F6A5-5A98-4F29-A412-D717F4005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9AEEED76-7FCA-49AC-85F7-C06898A81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E18AC684-A49B-4569-BE01-832BCB60D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F1AA6228-EA7D-4BFF-BE85-1DB51696E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14B6D26F-20D1-454D-9861-867DA2692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41AB7B26-D1B2-4976-B26E-00EBCD676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5142D9B0-7B5E-41D8-B243-445DF6B34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7D22E3BC-1B92-4EBA-8C14-E36E88CB2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91A11E38-C624-4727-9D84-ACCDB66A5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26D6EEA4-D8C8-4F02-B18A-3243EC651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FECEB537-6B45-43A8-9537-F42FB6FB0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4B4B285A-6610-462C-B150-BA946FC46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725B7FCE-D6D9-4B62-AE97-C3C15834F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52C714D8-3870-44A4-80FB-78103AAB5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5D7C5769-17C4-469D-BC5E-B648C37DE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752AC985-9F41-46FB-8F88-D138ED27D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F465E44D-06A1-4937-A1C4-C2D768556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48C22881-8D21-4C59-9B03-978AE4B9D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E43EBA3E-E583-4D4F-87F1-B3A58286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810C4E13-0877-4B6A-A63B-0CED02C25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F0,10(</a:t>
              </a:r>
              <a:r>
                <a:rPr lang="en-US" altLang="zh-CN" sz="1800" b="1">
                  <a:solidFill>
                    <a:srgbClr val="FF3300"/>
                  </a:solidFill>
                  <a:latin typeface="Courier New" panose="02070309020205020404" pitchFamily="49" charset="0"/>
                </a:rPr>
                <a:t>R2</a:t>
              </a:r>
              <a:r>
                <a:rPr lang="en-US" altLang="zh-CN" sz="1800" b="1">
                  <a:latin typeface="Courier New" panose="02070309020205020404" pitchFamily="49" charset="0"/>
                </a:rPr>
                <a:t>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C75A6449-346F-4826-AC8E-DE63F874B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100D285B-68C1-4F5C-9059-8CEB28B83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2C1EC6FD-E25C-4B73-BEC3-AFE60D41B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84C6E65B-8DBF-42ED-8D2B-F58A7360C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76A2B328-2819-4B60-A829-6DE2D55F8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1E9A1AA1-E3F1-44F5-9A9A-8A9C940E1B18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33CFB5CC-8944-49F1-8BB2-78897973E8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114696BF-AD27-4664-9269-F0383AD1C4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EE78D7D8-1543-48F0-9C28-B9B570CBB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AC9A49F4-6292-4163-913A-C471E1025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23A21833-2AC4-470E-9997-D42303FE1D9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C8DFE1AB-33CB-4E1D-95FC-77F077BCF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B6059643-A4D1-4933-A1FB-3993A27EA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8B2E6BBD-FD85-4B99-A601-5C23C471D4A3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688275C2-0812-4929-AF7C-ECB23798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DAE05070-94B7-4F0B-900C-25BDB5E97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4F6CF91F-2337-4B74-95BF-6B1362E67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FEE38AD9-F770-4592-9025-83C42111C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46654337-C5E2-4618-AE2F-AAF199F22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241F24A4-A585-4B96-9C53-CE077ADA8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7F4EAC76-B52D-46B3-BA97-D34BECB41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9B410D5A-B312-467E-9135-8173D063D9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Rectangle 79">
            <a:extLst>
              <a:ext uri="{FF2B5EF4-FFF2-40B4-BE49-F238E27FC236}">
                <a16:creationId xmlns:a16="http://schemas.microsoft.com/office/drawing/2014/main" id="{879E82B9-5021-44B4-8AE4-C25F2804F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34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800" b="1">
                <a:latin typeface="Courier New" panose="02070309020205020404" pitchFamily="49" charset="0"/>
              </a:rPr>
              <a:t> 10+R2</a:t>
            </a:r>
          </a:p>
        </p:txBody>
      </p:sp>
      <p:sp>
        <p:nvSpPr>
          <p:cNvPr id="80" name="Rectangle 80">
            <a:extLst>
              <a:ext uri="{FF2B5EF4-FFF2-40B4-BE49-F238E27FC236}">
                <a16:creationId xmlns:a16="http://schemas.microsoft.com/office/drawing/2014/main" id="{6C5EF205-5AFF-4FE6-B827-854D7A584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88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1" name="Text Box 81">
            <a:extLst>
              <a:ext uri="{FF2B5EF4-FFF2-40B4-BE49-F238E27FC236}">
                <a16:creationId xmlns:a16="http://schemas.microsoft.com/office/drawing/2014/main" id="{A58F028C-DEF8-4B91-8F50-9731492AA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2" name="Text Box 82">
            <a:extLst>
              <a:ext uri="{FF2B5EF4-FFF2-40B4-BE49-F238E27FC236}">
                <a16:creationId xmlns:a16="http://schemas.microsoft.com/office/drawing/2014/main" id="{EC233076-AC03-43DC-9F16-4FF479E3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3" name="Text Box 83">
            <a:extLst>
              <a:ext uri="{FF2B5EF4-FFF2-40B4-BE49-F238E27FC236}">
                <a16:creationId xmlns:a16="http://schemas.microsoft.com/office/drawing/2014/main" id="{C5524879-E332-40ED-A323-A90BFB3AD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4" name="Line 84">
            <a:extLst>
              <a:ext uri="{FF2B5EF4-FFF2-40B4-BE49-F238E27FC236}">
                <a16:creationId xmlns:a16="http://schemas.microsoft.com/office/drawing/2014/main" id="{74683839-07B2-4680-B400-88699C3C57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Line 85">
            <a:extLst>
              <a:ext uri="{FF2B5EF4-FFF2-40B4-BE49-F238E27FC236}">
                <a16:creationId xmlns:a16="http://schemas.microsoft.com/office/drawing/2014/main" id="{F1F06771-0B7F-4A3F-8002-B1781E3E8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Rectangle 86">
            <a:extLst>
              <a:ext uri="{FF2B5EF4-FFF2-40B4-BE49-F238E27FC236}">
                <a16:creationId xmlns:a16="http://schemas.microsoft.com/office/drawing/2014/main" id="{ECDB65BA-2A7E-4421-AD61-6E2402CC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626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sz="1800" b="1">
                <a:latin typeface="Courier New" panose="02070309020205020404" pitchFamily="49" charset="0"/>
              </a:rPr>
              <a:t>  0+R3</a:t>
            </a:r>
          </a:p>
        </p:txBody>
      </p:sp>
      <p:sp>
        <p:nvSpPr>
          <p:cNvPr id="87" name="Rectangle 87">
            <a:extLst>
              <a:ext uri="{FF2B5EF4-FFF2-40B4-BE49-F238E27FC236}">
                <a16:creationId xmlns:a16="http://schemas.microsoft.com/office/drawing/2014/main" id="{9BD53D96-6D1C-4B10-B048-1F765D463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7912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4EA52B31-B3B2-4A82-A93D-D5E34FCFC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0400" y="53340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7A9E4D62-8C8C-4C0D-8257-D9FA25F122B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497D7E2A-B3E0-416B-AD6D-CA5A08474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29FCBB46-F6FC-446D-B0A0-EFE1B98E4D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978B9F21-F3EB-475C-A9BF-31D481101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F71762B6-9F4E-4D9B-965A-A0CCB89BA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5ED1685E-9D27-4056-BF29-B8A1CC1D4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7D294573-52C9-4AAE-8FA3-F621C15F0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ABD674FA-1840-40DC-A02C-8C0D7B2BF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EF1C1772-22AB-4214-9B03-4BBDD2CEB6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91081560-F0B3-40ED-A553-58CC50F20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5B09F148-1899-4FE0-A1B8-4E8D3CFF7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9835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AA07F-AC12-4CAE-A5CE-5A6EB62D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8A5B0C-8010-479D-AD0B-842192736158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5ABA94-00E3-4F8F-9F8A-4A5B18EB9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B47A0A-1B4E-4581-8496-0F9D7E41E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B9DEBA-5676-4544-8884-A518BC6E3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1698C00-823B-46DA-A732-015C188D1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76F456-B2F4-4779-A596-5A0CB4CCA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800" b="1">
                <a:latin typeface="Courier New" panose="02070309020205020404" pitchFamily="49" charset="0"/>
              </a:rPr>
              <a:t> ADDD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ROB5</a:t>
            </a:r>
            <a:r>
              <a:rPr lang="en-US" altLang="zh-CN" sz="1800" b="1">
                <a:solidFill>
                  <a:schemeClr val="hlink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>
                <a:latin typeface="Courier New" panose="02070309020205020404" pitchFamily="49" charset="0"/>
              </a:rPr>
              <a:t>R(F6)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61ECD-8D7F-481E-B124-9664FFACF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10246-1B71-4679-9BD8-65CE54DE6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DE0E7C37-698A-4A68-93A8-A2906A786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A74DB63B-8E9E-4643-849F-D78E5C40D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2EC9D20-F9BB-4BCD-953E-16499678C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C490B3A-8E9F-42DA-94B6-E288A473D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64644EC1-00D8-401C-B827-58FCD0117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3AEF4B90-EA0A-4EE9-8DC1-F29D3DCF8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16AF7CAC-D530-4293-A81D-036A8830F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C9FAFD50-67E4-4C5E-B0F8-0DC08267E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5A377E63-DDA3-4AF8-AAE1-E00BC94D8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08C0E28B-C761-48D6-AD9D-B6DA4CB997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40FAB3B2-DF1E-427A-A999-E4D3A8D341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C7E3DB3F-F269-48C8-901B-B4F96BE46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40F98002-683E-421E-BD43-2A5D097055F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F981F211-7917-4254-844D-473BD7E55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CE7F1D1F-DDAE-4ED0-9D3C-5AE5C6DF4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AA1849E6-A3AD-457C-9476-DEB71148B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39DFF154-227E-4AEB-B8EB-6F7167E26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FF84D16F-B543-449B-9274-636ACFCEDEB6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56C6A0BD-19FE-4551-A18D-0084F1131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08AA462A-5613-4EEC-B463-A03C18B070C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AB77340E-D093-415D-ABC7-1D7E33710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2FC6C163-CD46-409F-8292-E2F3E6A75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2E11A29F-C095-4B4D-A5F2-406693B77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2AE6E3C8-0567-41DC-893F-0FA96938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FF0000"/>
                    </a:solidFill>
                    <a:latin typeface="Courier New" panose="02070309020205020404" pitchFamily="49" charset="0"/>
                  </a:rPr>
                  <a:t>ROB5</a:t>
                </a: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D0F9AD0C-6CB5-4305-899D-535C13E3C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 </a:t>
                </a: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CF2B2321-D74F-4CBD-A9A5-ADB6F3C01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ST 0(R3),F4</a:t>
                </a: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E4EE7F78-0286-4E85-9600-B5CF2E8BE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5A1EF718-9D1F-497A-8751-95A7CA4A2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9172B518-1D95-4BA1-994A-D498FF396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A3442DD9-ED2F-42F0-B31F-77A640DAC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299F8FB5-1841-42C1-B238-570EC87B5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0BC5364B-0DD4-4070-AB2F-B45715AE6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DC8632D5-2C17-4753-B962-C689AAE76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6B60A9CA-FA9E-4055-9714-7D1E34CB7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F7BFB955-05D3-49EE-98D7-B0B8B4BA6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42D29CDA-B2AA-4592-AD1C-495D3E855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685D318F-865F-450A-BB71-060AA871C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7D38615E-B1D1-4FA7-9163-49E660EF4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D2EFCB7E-B205-459F-897E-304D45B92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32B2D101-8E9C-469E-9C4A-A731E9292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1FC60663-E085-4960-8A06-E6B0B3F19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B2A8897E-D992-4BB5-BA98-032E96C28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D3250E53-7838-4D46-AB6C-969DBA87B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9BE6C6E8-4786-480B-A96F-5919D02DB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9CF55004-9932-462A-98ED-1A8DAB1E3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80CF5960-730F-4980-AF39-F9B05AA8C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F0,10(R2)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5F4BFCFD-FC3E-492C-8368-609284F32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3D8F20EB-FE3F-45F8-9008-4CC85AF3B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19CBD37F-76E4-4048-8CF9-3D08518FE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360838B4-6CA6-45DE-993D-4C5C35D83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72EDBC77-7A19-4D84-9D16-44324A2DC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F3BEF3E7-4B9B-4BA0-9709-B3906D48C40F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D11C43FF-7A68-4A23-9789-72224C38D5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96559113-56A2-4D07-9B72-0E76666B23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46444BDF-3A6B-4224-8A56-5B509F24B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E8B1DA08-023E-414E-A36E-FCFE37007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7FA1E061-DF64-4472-9BDD-4BA6013C719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E92C3590-7A65-4F2B-8EEC-0C3A7BEFC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2042DE17-30FC-479B-A8FE-32DA68D13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B71D2C63-68F7-4E44-8B8A-B04D16ADDA30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913A7408-BB04-42DC-827A-86DA6E8F4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7B91E44D-1B6E-4CB3-89BC-8A4C3D460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0D455477-20C7-46B3-982D-F24F9B868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DA9543DC-0B09-46C7-A16C-815C1F468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98C62016-92BA-43B5-8B3C-FDCCA3282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5E742AC2-7BEB-420D-B694-8CD02412D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6085E61E-1403-48EE-854D-D7FB55BED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553EE916-6291-458B-AE09-4801D7CB9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Text Box 79">
            <a:extLst>
              <a:ext uri="{FF2B5EF4-FFF2-40B4-BE49-F238E27FC236}">
                <a16:creationId xmlns:a16="http://schemas.microsoft.com/office/drawing/2014/main" id="{19457621-65E2-47E4-AC38-1ABC3790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0" name="Text Box 80">
            <a:extLst>
              <a:ext uri="{FF2B5EF4-FFF2-40B4-BE49-F238E27FC236}">
                <a16:creationId xmlns:a16="http://schemas.microsoft.com/office/drawing/2014/main" id="{893BB28F-E015-45A4-8ABD-B7C8BEC13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1" name="Text Box 81">
            <a:extLst>
              <a:ext uri="{FF2B5EF4-FFF2-40B4-BE49-F238E27FC236}">
                <a16:creationId xmlns:a16="http://schemas.microsoft.com/office/drawing/2014/main" id="{FCFE49CB-E1BA-422E-BF66-D228463A2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2" name="Line 82">
            <a:extLst>
              <a:ext uri="{FF2B5EF4-FFF2-40B4-BE49-F238E27FC236}">
                <a16:creationId xmlns:a16="http://schemas.microsoft.com/office/drawing/2014/main" id="{70EB4F1D-4091-406E-B5FA-8691C72712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83">
            <a:extLst>
              <a:ext uri="{FF2B5EF4-FFF2-40B4-BE49-F238E27FC236}">
                <a16:creationId xmlns:a16="http://schemas.microsoft.com/office/drawing/2014/main" id="{290F54DB-E066-4935-BCA4-94EA9354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Rectangle 84">
            <a:extLst>
              <a:ext uri="{FF2B5EF4-FFF2-40B4-BE49-F238E27FC236}">
                <a16:creationId xmlns:a16="http://schemas.microsoft.com/office/drawing/2014/main" id="{DEE9BC27-31DC-4D49-B245-9321CD04B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34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800" b="1">
                <a:latin typeface="Courier New" panose="02070309020205020404" pitchFamily="49" charset="0"/>
              </a:rPr>
              <a:t> 10+R2</a:t>
            </a:r>
          </a:p>
        </p:txBody>
      </p:sp>
      <p:sp>
        <p:nvSpPr>
          <p:cNvPr id="85" name="Rectangle 85">
            <a:extLst>
              <a:ext uri="{FF2B5EF4-FFF2-40B4-BE49-F238E27FC236}">
                <a16:creationId xmlns:a16="http://schemas.microsoft.com/office/drawing/2014/main" id="{E713B076-9928-4DE7-8BFB-A2F579AD6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88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6" name="Rectangle 86">
            <a:extLst>
              <a:ext uri="{FF2B5EF4-FFF2-40B4-BE49-F238E27FC236}">
                <a16:creationId xmlns:a16="http://schemas.microsoft.com/office/drawing/2014/main" id="{A22B02B7-C0C8-4811-9173-0EB9F54B4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626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800" b="1">
                <a:latin typeface="Courier New" panose="02070309020205020404" pitchFamily="49" charset="0"/>
              </a:rPr>
              <a:t>  0+R3</a:t>
            </a:r>
          </a:p>
        </p:txBody>
      </p:sp>
      <p:sp>
        <p:nvSpPr>
          <p:cNvPr id="87" name="Rectangle 87">
            <a:extLst>
              <a:ext uri="{FF2B5EF4-FFF2-40B4-BE49-F238E27FC236}">
                <a16:creationId xmlns:a16="http://schemas.microsoft.com/office/drawing/2014/main" id="{9DDEC616-F6C1-4EB1-8BFB-1BE71A446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7912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B0EEBADD-CBCC-4390-ACAE-0A0E73A8EE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0400" y="53340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7734CD6B-4F6A-4A89-BEE1-6C4DF93D716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30A6AF2C-31E5-486E-91C5-3834E8B39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893B49A6-2DAE-4F05-A8AA-26617A587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FFC81557-A62A-4915-949E-F955745686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2A51D5D6-1B2C-41AB-B51D-0A7DB33A9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048E0362-5369-41FE-9515-D5E99C543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5E8AEA0C-21F9-4BFB-B05F-3E5CDB0A3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5DBCC155-9F2B-4234-836D-30B79213C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0A4F5E7F-A205-463C-8FEF-C5D234F354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A3C14A2A-8A4C-46FD-88DC-620B271CE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3B83E032-2424-41A3-B127-C66212CD4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0887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767CB-6EDF-4F5F-8C8F-030FD864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BD229D-6377-4F96-A3FA-6189F035C1AE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C63431-0582-4A2F-9181-0CEF98F5F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A3CB5F-CB9E-49F3-891A-C5FAF7E2F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C6ABB8-B986-4FFB-8612-B7170BE7E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Line 7">
            <a:extLst>
              <a:ext uri="{FF2B5EF4-FFF2-40B4-BE49-F238E27FC236}">
                <a16:creationId xmlns:a16="http://schemas.microsoft.com/office/drawing/2014/main" id="{860D7A96-DBA4-4232-A0D5-61A1991AF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64C1EAB3-B605-4D3A-A59A-F2852922B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9B0AAAE2-D97B-47D6-BCCE-6902D7D14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3DEC0550-F53C-48E1-9193-8A7D6F92D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C06D62BA-30FE-43FA-9EEE-CC2CA805E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B0320E35-155E-4C6B-8D9B-535E1486B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982C8870-FA11-4062-A66D-2223F6C1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2DFE60FC-47A9-40BE-8B43-AD4314C34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E32FA002-C913-4545-B954-5ABC1D386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46C71367-2B8F-494B-9909-39DAA6ACAE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CEC8635D-8F45-4938-B566-0A8DD4B74C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B34390AE-D054-4687-BE89-8A2D01693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13F9790-F1E2-46DD-828F-AE47428CB59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7445FF46-4398-48E5-96B5-4B1496549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0A8480A2-9728-45EA-9AC1-FBC226D4E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36C02A32-220E-43C1-9F28-E1FF52641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9DA7028F-675F-4338-8231-BC11084C8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3CC4AEBE-B356-47D2-B8DE-8D599C263A07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307A1B82-6916-4C97-9687-038D3BC4D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6D8D984E-ED62-44AF-A69F-D0A174229DE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5E0B7E18-27EE-4853-B672-C71D3D1212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0" name="Rectangle 28">
                <a:extLst>
                  <a:ext uri="{FF2B5EF4-FFF2-40B4-BE49-F238E27FC236}">
                    <a16:creationId xmlns:a16="http://schemas.microsoft.com/office/drawing/2014/main" id="{F0777350-DDD3-42A3-9D30-32A119BEE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41" name="Rectangle 29">
                <a:extLst>
                  <a:ext uri="{FF2B5EF4-FFF2-40B4-BE49-F238E27FC236}">
                    <a16:creationId xmlns:a16="http://schemas.microsoft.com/office/drawing/2014/main" id="{1A3565DE-0200-4841-B685-4E5971897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2" name="Rectangle 30">
                <a:extLst>
                  <a:ext uri="{FF2B5EF4-FFF2-40B4-BE49-F238E27FC236}">
                    <a16:creationId xmlns:a16="http://schemas.microsoft.com/office/drawing/2014/main" id="{61ED40F1-99EF-4248-95F7-262CA6BC3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9900CC"/>
                    </a:solidFill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43" name="Rectangle 31">
                <a:extLst>
                  <a:ext uri="{FF2B5EF4-FFF2-40B4-BE49-F238E27FC236}">
                    <a16:creationId xmlns:a16="http://schemas.microsoft.com/office/drawing/2014/main" id="{F997A597-9069-4AC9-98E5-AA12AC545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 </a:t>
                </a:r>
              </a:p>
            </p:txBody>
          </p:sp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E5D13DE7-C0D8-4060-99D6-7EF7B55D7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ST 0(R3),F4</a:t>
                </a: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DAA09BB4-AB72-4F6F-8946-05C52881C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89F6CE75-6FDA-47A1-9FD0-61D7FE3E1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88FB8035-60AD-4038-BD68-A6730FC45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DCF5E19B-044B-4DAE-9BC7-CBED135B0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FDE61D1B-54FE-44CC-AC69-59934105B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9900CC"/>
                    </a:solidFill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F8C32322-1B56-4D87-841D-70B0C4D8F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61306133-4FC9-4A36-AEDC-7467DC53B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DA13E349-1E7A-40A2-9E56-4A5F25237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29F86058-1991-463E-ABBF-492549C443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EB665D88-2D9D-4B96-97D9-4DFE8773B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826CB5FC-3AEA-4C2B-AFED-B3C9FAE7C1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28" name="Rectangle 44">
              <a:extLst>
                <a:ext uri="{FF2B5EF4-FFF2-40B4-BE49-F238E27FC236}">
                  <a16:creationId xmlns:a16="http://schemas.microsoft.com/office/drawing/2014/main" id="{67857872-1E9B-44A7-A079-4FE9A29F1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29" name="Rectangle 45">
              <a:extLst>
                <a:ext uri="{FF2B5EF4-FFF2-40B4-BE49-F238E27FC236}">
                  <a16:creationId xmlns:a16="http://schemas.microsoft.com/office/drawing/2014/main" id="{5DC95D5A-CD70-493D-9A7D-226C2CAD2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0" name="Rectangle 46">
              <a:extLst>
                <a:ext uri="{FF2B5EF4-FFF2-40B4-BE49-F238E27FC236}">
                  <a16:creationId xmlns:a16="http://schemas.microsoft.com/office/drawing/2014/main" id="{F664128E-19A7-4FD7-903C-B56858FDB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1" name="Rectangle 47">
              <a:extLst>
                <a:ext uri="{FF2B5EF4-FFF2-40B4-BE49-F238E27FC236}">
                  <a16:creationId xmlns:a16="http://schemas.microsoft.com/office/drawing/2014/main" id="{F29EDD1C-BB99-4E43-91C7-C989AD967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7B51CC8C-BACE-420E-83FB-9631E6877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7842541D-E035-4D0C-BE74-2B348259D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C63CA1A4-D14E-4492-A44F-569EE29B5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FF52E127-B56F-43BB-A77C-4718DD40B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F5420AED-36CB-452E-AB73-57000CCE6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F0,10(R2)</a:t>
              </a: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9316D529-E09F-4453-871F-185642306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F52F680F-1DF9-497F-B7A1-86DB13590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6C498F61-D4A8-4B06-9B16-A14DCEA62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56" name="Line 56">
            <a:extLst>
              <a:ext uri="{FF2B5EF4-FFF2-40B4-BE49-F238E27FC236}">
                <a16:creationId xmlns:a16="http://schemas.microsoft.com/office/drawing/2014/main" id="{40D51DC9-5F82-4DCC-9D04-FB79E52D8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6426D139-FD35-4B80-AA45-33E9F3E0B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58" name="Freeform 58">
            <a:extLst>
              <a:ext uri="{FF2B5EF4-FFF2-40B4-BE49-F238E27FC236}">
                <a16:creationId xmlns:a16="http://schemas.microsoft.com/office/drawing/2014/main" id="{461AB885-B521-4473-B428-A602A85C5252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59">
            <a:extLst>
              <a:ext uri="{FF2B5EF4-FFF2-40B4-BE49-F238E27FC236}">
                <a16:creationId xmlns:a16="http://schemas.microsoft.com/office/drawing/2014/main" id="{2B75D331-DD72-4C99-B789-C7A6308B4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51EDB7DB-046B-4822-92A7-34533BE00C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7C6C65C5-BAB0-4EC2-9265-93EACFF9B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2" name="Text Box 62">
            <a:extLst>
              <a:ext uri="{FF2B5EF4-FFF2-40B4-BE49-F238E27FC236}">
                <a16:creationId xmlns:a16="http://schemas.microsoft.com/office/drawing/2014/main" id="{7E1EF26A-FA62-438B-8092-996BE5945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3" name="AutoShape 63">
            <a:extLst>
              <a:ext uri="{FF2B5EF4-FFF2-40B4-BE49-F238E27FC236}">
                <a16:creationId xmlns:a16="http://schemas.microsoft.com/office/drawing/2014/main" id="{C3B69D1B-7332-4FD8-9AA1-2A6B0302E2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4" name="Text Box 64">
            <a:extLst>
              <a:ext uri="{FF2B5EF4-FFF2-40B4-BE49-F238E27FC236}">
                <a16:creationId xmlns:a16="http://schemas.microsoft.com/office/drawing/2014/main" id="{E521C15B-EFBB-4D27-A28A-9446CE1B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15024D94-20D2-45C9-B393-27C1C760F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66" name="Group 66">
            <a:extLst>
              <a:ext uri="{FF2B5EF4-FFF2-40B4-BE49-F238E27FC236}">
                <a16:creationId xmlns:a16="http://schemas.microsoft.com/office/drawing/2014/main" id="{0C8AD0C3-9A12-43FE-8614-73468F836923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F96CE032-880A-4DAB-94CC-C71BF4BC5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CAD97045-9694-4157-B2E5-D1DA146BB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560B576C-276E-4A7D-B915-0797140CD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3F22CA00-2F59-415E-80CE-DE738D8CD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1F2395A0-9BA6-469C-AE10-AB4CDAA7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53210813-E812-46AF-ABF1-71780C6B4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3" name="Text Box 73">
            <a:extLst>
              <a:ext uri="{FF2B5EF4-FFF2-40B4-BE49-F238E27FC236}">
                <a16:creationId xmlns:a16="http://schemas.microsoft.com/office/drawing/2014/main" id="{23DAA492-8415-4AE9-B22E-5D65EA7F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4" name="Line 74">
            <a:extLst>
              <a:ext uri="{FF2B5EF4-FFF2-40B4-BE49-F238E27FC236}">
                <a16:creationId xmlns:a16="http://schemas.microsoft.com/office/drawing/2014/main" id="{5F2AEB03-A206-4E1C-88F5-18A138237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5" name="Group 75">
            <a:extLst>
              <a:ext uri="{FF2B5EF4-FFF2-40B4-BE49-F238E27FC236}">
                <a16:creationId xmlns:a16="http://schemas.microsoft.com/office/drawing/2014/main" id="{8B869FFA-BAB7-4676-BB3C-48C3E1D7E52D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0B91CB15-8BD8-4B27-B0E4-34DD088C1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77" name="Rectangle 77">
              <a:extLst>
                <a:ext uri="{FF2B5EF4-FFF2-40B4-BE49-F238E27FC236}">
                  <a16:creationId xmlns:a16="http://schemas.microsoft.com/office/drawing/2014/main" id="{E09BD4CE-7654-4B54-94DD-11F0C333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Rectangle 78">
              <a:extLst>
                <a:ext uri="{FF2B5EF4-FFF2-40B4-BE49-F238E27FC236}">
                  <a16:creationId xmlns:a16="http://schemas.microsoft.com/office/drawing/2014/main" id="{85621BD2-BF49-4935-BAEC-638BF9496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" name="Line 79">
              <a:extLst>
                <a:ext uri="{FF2B5EF4-FFF2-40B4-BE49-F238E27FC236}">
                  <a16:creationId xmlns:a16="http://schemas.microsoft.com/office/drawing/2014/main" id="{88CE1A97-254A-4571-B15B-0FA4EFF44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0" name="Text Box 80">
            <a:extLst>
              <a:ext uri="{FF2B5EF4-FFF2-40B4-BE49-F238E27FC236}">
                <a16:creationId xmlns:a16="http://schemas.microsoft.com/office/drawing/2014/main" id="{F79658A6-7D7B-413C-97D0-B1574ECF4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1" name="Text Box 81">
            <a:extLst>
              <a:ext uri="{FF2B5EF4-FFF2-40B4-BE49-F238E27FC236}">
                <a16:creationId xmlns:a16="http://schemas.microsoft.com/office/drawing/2014/main" id="{B36E5E35-DBA3-4AF6-8B79-4F580CB56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2" name="Text Box 82">
            <a:extLst>
              <a:ext uri="{FF2B5EF4-FFF2-40B4-BE49-F238E27FC236}">
                <a16:creationId xmlns:a16="http://schemas.microsoft.com/office/drawing/2014/main" id="{8CFA107F-BCEE-46CF-BFA7-9904F4EF8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3" name="Line 83">
            <a:extLst>
              <a:ext uri="{FF2B5EF4-FFF2-40B4-BE49-F238E27FC236}">
                <a16:creationId xmlns:a16="http://schemas.microsoft.com/office/drawing/2014/main" id="{2827B60E-6F65-4A9A-9EBC-B0F351DD30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84">
            <a:extLst>
              <a:ext uri="{FF2B5EF4-FFF2-40B4-BE49-F238E27FC236}">
                <a16:creationId xmlns:a16="http://schemas.microsoft.com/office/drawing/2014/main" id="{7BB32610-FEF9-420F-851A-3DC836BCF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Rectangle 85">
            <a:extLst>
              <a:ext uri="{FF2B5EF4-FFF2-40B4-BE49-F238E27FC236}">
                <a16:creationId xmlns:a16="http://schemas.microsoft.com/office/drawing/2014/main" id="{EC7D1646-73CF-43BF-A1EC-C3E468396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ROB1</a:t>
            </a:r>
          </a:p>
        </p:txBody>
      </p:sp>
      <p:sp>
        <p:nvSpPr>
          <p:cNvPr id="86" name="Rectangle 86">
            <a:extLst>
              <a:ext uri="{FF2B5EF4-FFF2-40B4-BE49-F238E27FC236}">
                <a16:creationId xmlns:a16="http://schemas.microsoft.com/office/drawing/2014/main" id="{0D6E7140-BC77-4D94-8943-0B8CA5CF5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800" b="1">
                <a:latin typeface="Courier New" panose="02070309020205020404" pitchFamily="49" charset="0"/>
              </a:rPr>
              <a:t> ADDD </a:t>
            </a:r>
            <a:r>
              <a:rPr lang="en-US" altLang="zh-CN" sz="1800" b="1">
                <a:solidFill>
                  <a:srgbClr val="9900CC"/>
                </a:solidFill>
                <a:latin typeface="Courier New" panose="02070309020205020404" pitchFamily="49" charset="0"/>
              </a:rPr>
              <a:t>M[10],</a:t>
            </a:r>
            <a:r>
              <a:rPr lang="en-US" altLang="zh-CN" sz="1800" b="1">
                <a:latin typeface="Courier New" panose="02070309020205020404" pitchFamily="49" charset="0"/>
              </a:rPr>
              <a:t>R(F6)</a:t>
            </a:r>
          </a:p>
        </p:txBody>
      </p:sp>
      <p:sp>
        <p:nvSpPr>
          <p:cNvPr id="87" name="Rectangle 87">
            <a:extLst>
              <a:ext uri="{FF2B5EF4-FFF2-40B4-BE49-F238E27FC236}">
                <a16:creationId xmlns:a16="http://schemas.microsoft.com/office/drawing/2014/main" id="{476AB86A-057A-4093-BE3E-28693B374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8" name="Rectangle 88">
            <a:extLst>
              <a:ext uri="{FF2B5EF4-FFF2-40B4-BE49-F238E27FC236}">
                <a16:creationId xmlns:a16="http://schemas.microsoft.com/office/drawing/2014/main" id="{1B4870A7-8EA5-47C2-B429-D56150A4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84FBFDBA-0831-46AA-9891-F635C954B6B1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A0F5065F-A46B-4F57-9C4D-5704972C2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6986C6F4-9D80-4722-8D46-5990C68530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0E11C04B-7501-490F-B17B-83BF58FF7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D702EB4A-8086-488A-AAA6-00653D646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1674735B-6E23-40B0-9100-179BB16C6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8A260416-B28F-4F83-A1EC-AB60239A8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6C2F364C-35CA-4222-B866-849A68012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76A87CC1-5E92-4AEF-8A9C-32955C0450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BD5FC4E1-F0F9-41F9-A4FF-311135D4D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B2CCDC94-D17A-4BED-BEA7-F4FEA9820D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8281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F3DBA-80DB-4CCA-8CC6-82FFF521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F478D0-A806-4E39-91DD-EBDEEB35A537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8E91E9-7591-464F-98DE-B748813E0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DB7B2E-4275-46EB-9584-78FC6EF65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6ECF94-B809-4DD6-98BA-F163D4442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F902026-A1FB-4C79-A53E-3F570D76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793FEE-E817-4A05-A13D-E02DC6F23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F4C0F2-E8CB-4F2F-A0B5-350DCF9DE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3B3633-55BD-4BE1-AA36-8C1916F8E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952FAED2-C8A7-4547-AF68-2B5A6E3B6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FA4E5321-07C5-416E-A4B1-0939584AC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7B35BFFC-C29B-4D04-B2BD-9C230413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B28D9EA7-3321-48C0-94DD-C453A799C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030DD04D-4CFD-428C-B390-DD7855C68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9693AB1A-AEDF-41E6-BA91-6EDC61B4F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62C4503A-CBF5-4545-9AC3-BD31B4051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E1EF5BB-B5C4-4F06-945E-9EDE6EF22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CBB4934A-DE58-4576-B32F-BB426E916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CF72F3F3-78F8-4754-B1C4-24B7CBCBE3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6749CEEF-7638-4E81-B470-BA217A330F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C41F9C4A-123F-4FCD-AE73-7803D7F78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CF53C79-EDCD-4AA9-887C-5FD560EB23A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D188FEED-246B-4249-B9C3-36BBED61A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B6C89B92-856E-44D2-8B2C-BCC9A9124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8B4149D1-D6C2-418A-BA26-ABA1E0149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E128E924-4D02-41A1-B10B-DB56394F5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0C38ED4B-2B05-4094-B727-ABEA1E9C6B98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5BAF0C39-0406-49D1-A62D-B6B5CC7D2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6ED7FB4D-B670-4275-A1A5-4E3C7F01960A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EC2497FC-6661-4579-9F96-15BFA897D0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BFC23939-0D2B-4C41-9045-584E6DCF4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A51638E0-6FA0-4D7B-9274-58000AC2D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CB8CEC41-5992-4B24-B3E2-591751503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2A0DA2F9-5BEC-48D9-8459-8DD2B49D5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&lt;val2&gt;</a:t>
                </a: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C1FCCD57-7737-47D2-9866-7433A1EF0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ST 0(R3),F4</a:t>
                </a: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36DC8FBF-14C4-4F51-8873-00E967B00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09229CF5-8138-4387-8822-176DEE934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59BA488D-25B4-47B8-9340-AFFA0BAE8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Ex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D41B93A4-4E4B-42A1-AC0C-1E1F1726A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A20DB661-F617-45A0-90F1-6C492A0C0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9746005F-F2BD-4095-9B1B-F8CD81FD4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A09BEE31-DF38-4359-A6ED-C399201400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844B11E5-38CF-4881-A173-A7BE35F61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2685CD64-10AF-4FE2-BDEB-C7199D1A0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193A065C-A6CF-41DB-9E72-708932152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0AEFF683-3CDC-49AC-B6FF-AED6A4EB1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54A31C91-1074-4BF2-9D08-E3E90292C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1BF0E745-3CE8-48A4-84FF-F1D58E51A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22BE66DF-A2DB-4C87-99D3-8D951926C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AB11593A-1482-4FCD-94A8-38E4A3AA2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CFFCBD6F-92B7-4130-95A0-DF4A41E57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53ABD1BC-6B21-4306-8863-8DAC7D38E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83D053D3-1A12-44AA-9BAA-D7B20F59A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B1937091-7428-44C7-BABC-A84F0E1C4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517EE06E-EC3C-4DB1-81CB-32D41A995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F0,10(R2)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B67410BC-C203-4D93-A07C-EDB136F36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AFACC82E-5C71-4AF4-AE4F-BF13DB9B4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0E4AE05F-C689-49DE-9459-128F980BF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81178EFC-89E9-4344-9405-28F52CAEB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478BD668-B169-4E09-883C-551EC1D7A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49547478-1E13-445C-955F-2D5BB0632DAC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E56FD782-089E-4ECA-94F5-0222D49BB6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9B910CA5-EA1F-4FDD-A4B2-968844900F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E1BD0D02-5020-4902-B594-BFBA50EB4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A8BB0F39-7665-4FDF-B788-C064AF24F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9B726D8D-49B7-46CA-8E3F-2384A34656B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DF82856A-7B05-4973-81FE-9D74E14B4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C1A80291-DEF2-4A7C-88CD-C5E1EEC3D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82BE541B-36CE-41CA-86BA-C35ED21366C4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4E01C475-A622-48F9-9DB0-4436E8BA2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0FCB3EB5-F3D7-44B1-A07C-10A4DBBA5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2603F573-643E-4A06-8CFD-AB46F7BC5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03BABED8-5F5F-455F-BE8C-C0B513FA3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9D4A21DB-D51F-4A2B-88F1-824051BF4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702DC0EA-49AC-4E7F-B1BF-F89717764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9EC4707A-5C2A-48EA-B556-B173DA8D6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6EE05CD3-3FE7-47C7-8FC7-BEDB217FC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" name="Group 79">
            <a:extLst>
              <a:ext uri="{FF2B5EF4-FFF2-40B4-BE49-F238E27FC236}">
                <a16:creationId xmlns:a16="http://schemas.microsoft.com/office/drawing/2014/main" id="{0F562590-38AB-4CD1-9AE3-D317048F3A7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71559033-CF38-4AF2-ADCD-A0379B52F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52B04E9E-F009-44E4-B8E6-AD70C5941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D9AC3093-6BB2-4DC2-8F72-1F4E0D5B5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9CE9D90B-A6B2-4EF7-9AC8-5345C67E4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4" name="Text Box 84">
            <a:extLst>
              <a:ext uri="{FF2B5EF4-FFF2-40B4-BE49-F238E27FC236}">
                <a16:creationId xmlns:a16="http://schemas.microsoft.com/office/drawing/2014/main" id="{9E136BAF-39C3-4E82-81C4-F9E64F565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5CD0E77B-7EAC-4115-BA43-4244B3777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390C2612-08DF-4417-90AF-E7D1DC8F9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C6F5C149-FA21-4F6D-AA52-F6C6B58CAB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DB51FA76-8309-41DC-B7C3-3B93CCFD1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009A3FD8-95AC-4580-AE0D-C70262EFBFF5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9911CE50-4173-4DCF-A02F-D49AA9B03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5F4FBD72-311C-435A-899F-417386ABD9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ECB9B0BA-947D-4D75-AB58-0FC040533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8642AD8F-ACAF-4EC9-91DD-39C264BDC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9670A186-6436-4B41-9301-7955D8FE7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7CCC5238-2A59-40CE-B6EC-D1D02BADA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93A8CBAD-FE8B-4904-B8F5-73805165A7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3C17EDF5-6223-45DE-8C8E-85D36FC171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F81CA2C8-783A-4734-B0F0-10009D9EB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712861D9-3213-43CA-9178-90456813F1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6890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B4423-8BFF-4217-96F9-F6AA9DB8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4040E3-AF91-4058-BB73-D92387D6EFD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1219200"/>
            <a:chOff x="2208" y="576"/>
            <a:chExt cx="2448" cy="7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2B4517-5F32-4306-A469-05BC4B207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--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B8961B-F562-4BBC-8B31-135AA461C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023E657-3068-4659-A8B7-25668AA87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5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M[10]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87733C-7DB7-45B6-BAA0-39192BE8E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768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&lt;val2&gt;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3BD08A-ED9D-40E1-B721-9E0B5F669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5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ST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0(R3)</a:t>
              </a:r>
              <a:r>
                <a:rPr lang="en-US" altLang="zh-CN" sz="1800" b="1">
                  <a:latin typeface="Courier New" panose="02070309020205020404" pitchFamily="49" charset="0"/>
                </a:rPr>
                <a:t>,F4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9C3E83-5FF3-4370-BB03-30AB290CC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768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F0,F4,F6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2F46CC-0F26-46EC-BAA8-ED9D4F31D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9AB8DF-4725-42FB-B88E-6B7592D02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Ex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16C49A-B12C-41C0-99A9-A4DCD1B97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EC9DE9-FE6A-41B0-8249-843998EEA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960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M[10]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A2A2BCE-A1C4-4B3F-9A90-80EFB333D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960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LD F4,0(R3)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D44F55-6B9E-403D-A517-3F923906B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B7BBF24-F841-499D-904B-113021DC8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--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9130D3-AEF7-4F35-AA61-E8CC64866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15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51A894-2B27-4AAC-953E-5687A2DBA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5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BNE F2,&lt;…&gt;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A2C8060-6562-4E86-AB94-6A1DB9A45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F54A75-C7E2-469C-9FA9-09F5AD1B89A6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A87B753-E4FF-41C9-9AFC-2D932970B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7E5CA9-DFCD-4C66-8FBB-F1EFA0549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4342F7B-5DB9-4EF7-BC6E-3FB69B6BC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3530DF2-E084-46E4-A01C-A324F63BA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FA769-6325-433F-8340-8DC0F7A4F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DBF9EE-6875-4D69-9B77-5E655ED4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6BEEF5-B563-4DF5-84C8-A9F4E1864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40B1E58F-9677-403B-BC49-2A5065800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6BA6647E-204A-413D-B712-CFDF9DC13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BDF67B72-EE9A-46B1-A56B-706E1A8B1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C29B32C6-2BD1-4045-A4B6-4EEC10D77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BD1FCF13-B047-483E-8BB8-246B1C76E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54918098-2BFB-489F-9B83-902EC1ED0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8C59A137-34E2-415D-BA76-A591B6032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26138164-94C6-4117-8CD4-C7914254C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4DA42EFB-DDAD-45A0-8969-C2B378BE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9CF4760E-5555-4DC7-BA5E-9DBCBE74D7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032EA896-7BD5-4453-A05A-D481F8490A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56217C60-D0F9-4BBC-838E-34B220744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40" name="Group 40">
            <a:extLst>
              <a:ext uri="{FF2B5EF4-FFF2-40B4-BE49-F238E27FC236}">
                <a16:creationId xmlns:a16="http://schemas.microsoft.com/office/drawing/2014/main" id="{E28BDE7D-13F5-467C-8B39-D2E5C2252BB4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2C2DFFE1-C764-4CFF-AE34-EAD0D5676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CA482A31-C073-44A8-B367-5A97CDE1C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18888570-F778-4545-9ED1-88909C44E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BE77291A-2FAF-40E7-BECA-90F8D0250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5" name="Freeform 45">
            <a:extLst>
              <a:ext uri="{FF2B5EF4-FFF2-40B4-BE49-F238E27FC236}">
                <a16:creationId xmlns:a16="http://schemas.microsoft.com/office/drawing/2014/main" id="{3FE23E5D-9F81-4EC1-9DBA-D3C5E40C74FB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FDEFCF9A-DD69-406A-8706-4ADD75CAA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E05CD6C1-9CB5-4F25-84B8-98235EDA4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F2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A1EEA015-50C4-439F-995F-8A1C08635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F10</a:t>
            </a: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97D7CC54-12B0-4CFF-A1E3-A4A84F197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F0</a:t>
            </a: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9AB502BD-F986-4A0F-876D-509705AF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83C736D0-3DCB-48DF-846C-42028B8C6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88FAF061-3CF4-4E07-BF14-455A600C2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2D047FE6-5C15-4A5E-9475-7CC8422CC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2098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DIVD F2,F10,F6</a:t>
            </a:r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66A385A4-E4E3-4BAF-AF31-AA1046C77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5146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ADDD F10,F4,F0</a:t>
            </a:r>
          </a:p>
        </p:txBody>
      </p:sp>
      <p:sp>
        <p:nvSpPr>
          <p:cNvPr id="55" name="Rectangle 55">
            <a:extLst>
              <a:ext uri="{FF2B5EF4-FFF2-40B4-BE49-F238E27FC236}">
                <a16:creationId xmlns:a16="http://schemas.microsoft.com/office/drawing/2014/main" id="{D9204FD3-2092-47CA-A062-91C90C448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819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LD F0,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10(R2)</a:t>
            </a:r>
          </a:p>
        </p:txBody>
      </p:sp>
      <p:sp>
        <p:nvSpPr>
          <p:cNvPr id="56" name="Rectangle 56">
            <a:extLst>
              <a:ext uri="{FF2B5EF4-FFF2-40B4-BE49-F238E27FC236}">
                <a16:creationId xmlns:a16="http://schemas.microsoft.com/office/drawing/2014/main" id="{42F58C8A-83AF-4068-812F-505259E1F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7" name="Rectangle 57">
            <a:extLst>
              <a:ext uri="{FF2B5EF4-FFF2-40B4-BE49-F238E27FC236}">
                <a16:creationId xmlns:a16="http://schemas.microsoft.com/office/drawing/2014/main" id="{F6A7A335-6B9D-433A-9C06-52075487C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A3D814F6-5575-456A-A838-34DD8682E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9" name="Line 59">
            <a:extLst>
              <a:ext uri="{FF2B5EF4-FFF2-40B4-BE49-F238E27FC236}">
                <a16:creationId xmlns:a16="http://schemas.microsoft.com/office/drawing/2014/main" id="{BA805539-AE17-4903-A7E4-C0A5E69E8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Text Box 60">
            <a:extLst>
              <a:ext uri="{FF2B5EF4-FFF2-40B4-BE49-F238E27FC236}">
                <a16:creationId xmlns:a16="http://schemas.microsoft.com/office/drawing/2014/main" id="{1897D489-45B8-4443-8882-1293874F1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1" name="Freeform 61">
            <a:extLst>
              <a:ext uri="{FF2B5EF4-FFF2-40B4-BE49-F238E27FC236}">
                <a16:creationId xmlns:a16="http://schemas.microsoft.com/office/drawing/2014/main" id="{CA26BD37-7033-42B7-9BCE-35BD3DCA1397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62">
            <a:extLst>
              <a:ext uri="{FF2B5EF4-FFF2-40B4-BE49-F238E27FC236}">
                <a16:creationId xmlns:a16="http://schemas.microsoft.com/office/drawing/2014/main" id="{3993D3CA-152B-49D0-8FD6-14591EDAB0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10382962-C975-4F26-B4A8-B0254F5E47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Text Box 64">
            <a:extLst>
              <a:ext uri="{FF2B5EF4-FFF2-40B4-BE49-F238E27FC236}">
                <a16:creationId xmlns:a16="http://schemas.microsoft.com/office/drawing/2014/main" id="{CF093501-5F83-423E-915D-804762D3F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9F82EC3B-0C1F-41D4-A587-B25ABF0AC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AutoShape 66">
            <a:extLst>
              <a:ext uri="{FF2B5EF4-FFF2-40B4-BE49-F238E27FC236}">
                <a16:creationId xmlns:a16="http://schemas.microsoft.com/office/drawing/2014/main" id="{6FBBAE9B-049B-47AC-A464-3F2FCB81163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" name="Text Box 67">
            <a:extLst>
              <a:ext uri="{FF2B5EF4-FFF2-40B4-BE49-F238E27FC236}">
                <a16:creationId xmlns:a16="http://schemas.microsoft.com/office/drawing/2014/main" id="{51761592-7475-4E7D-80D0-18D22E476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30210ACC-1D7B-47B0-B2D8-D1516EA16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B9C32CDD-D27F-4289-B8A0-2207AEC5F1CE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83519E1E-09CB-4114-AE2B-D699ACA79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0CF4FBB9-0FA4-4964-AB82-8CA878B0F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EF8D7F25-DF64-4CF6-9B9E-2FAFAAA0E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5F0141AA-1439-4AFF-9A86-54302582C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E3A8F5EA-BB1B-498C-BCE4-99D56B96A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9186946E-7FD6-4AEF-900C-FA88D41B9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6" name="Text Box 76">
            <a:extLst>
              <a:ext uri="{FF2B5EF4-FFF2-40B4-BE49-F238E27FC236}">
                <a16:creationId xmlns:a16="http://schemas.microsoft.com/office/drawing/2014/main" id="{364158F7-3913-48CD-B614-EE81D8263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7" name="Line 77">
            <a:extLst>
              <a:ext uri="{FF2B5EF4-FFF2-40B4-BE49-F238E27FC236}">
                <a16:creationId xmlns:a16="http://schemas.microsoft.com/office/drawing/2014/main" id="{BA7C8956-AB3E-40B7-B1BB-0CEBAD282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8" name="Group 78">
            <a:extLst>
              <a:ext uri="{FF2B5EF4-FFF2-40B4-BE49-F238E27FC236}">
                <a16:creationId xmlns:a16="http://schemas.microsoft.com/office/drawing/2014/main" id="{93479C61-EA2F-4898-BF80-1F30100ADBE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8B8EB1C2-C406-4639-B939-BD6A73CF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zh-CN" sz="1800" b="1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825A4630-9C4A-4441-89E0-7B53D955B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246C8620-ABDE-43D6-B6C3-D77E9FC07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D34EA8D6-33D1-480C-8E28-C8B86C12D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" name="Text Box 83">
            <a:extLst>
              <a:ext uri="{FF2B5EF4-FFF2-40B4-BE49-F238E27FC236}">
                <a16:creationId xmlns:a16="http://schemas.microsoft.com/office/drawing/2014/main" id="{1EBCFA43-F94A-4CAF-B85D-5AE86AECB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4" name="Text Box 84">
            <a:extLst>
              <a:ext uri="{FF2B5EF4-FFF2-40B4-BE49-F238E27FC236}">
                <a16:creationId xmlns:a16="http://schemas.microsoft.com/office/drawing/2014/main" id="{CA4DF6CC-5D73-4A7F-92AF-6D21CF4ED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EA8134D5-519E-485A-9C25-293B39C17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6" name="Line 86">
            <a:extLst>
              <a:ext uri="{FF2B5EF4-FFF2-40B4-BE49-F238E27FC236}">
                <a16:creationId xmlns:a16="http://schemas.microsoft.com/office/drawing/2014/main" id="{0CD7F1A4-1C47-4575-84EA-6183D2F762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97B77F15-7E44-49DE-9DAF-058761818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8" name="Group 88">
            <a:extLst>
              <a:ext uri="{FF2B5EF4-FFF2-40B4-BE49-F238E27FC236}">
                <a16:creationId xmlns:a16="http://schemas.microsoft.com/office/drawing/2014/main" id="{B859CE92-6F93-4AA9-8845-A12E0DC59D4A}"/>
              </a:ext>
            </a:extLst>
          </p:cNvPr>
          <p:cNvGrpSpPr>
            <a:grpSpLocks/>
          </p:cNvGrpSpPr>
          <p:nvPr/>
        </p:nvGrpSpPr>
        <p:grpSpPr bwMode="auto">
          <a:xfrm>
            <a:off x="1585914" y="1536700"/>
            <a:ext cx="7710487" cy="4025900"/>
            <a:chOff x="39" y="968"/>
            <a:chExt cx="4857" cy="2536"/>
          </a:xfrm>
        </p:grpSpPr>
        <p:sp>
          <p:nvSpPr>
            <p:cNvPr id="89" name="Oval 89">
              <a:extLst>
                <a:ext uri="{FF2B5EF4-FFF2-40B4-BE49-F238E27FC236}">
                  <a16:creationId xmlns:a16="http://schemas.microsoft.com/office/drawing/2014/main" id="{57406B0F-7455-4636-8FF4-D99C2B3A4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016"/>
              <a:ext cx="912" cy="1488"/>
            </a:xfrm>
            <a:prstGeom prst="ellipse">
              <a:avLst/>
            </a:prstGeom>
            <a:noFill/>
            <a:ln w="762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mic Sans MS" panose="030F0702030302020204" pitchFamily="66" charset="0"/>
              </a:endParaRPr>
            </a:p>
          </p:txBody>
        </p:sp>
        <p:sp>
          <p:nvSpPr>
            <p:cNvPr id="90" name="Text Box 90">
              <a:extLst>
                <a:ext uri="{FF2B5EF4-FFF2-40B4-BE49-F238E27FC236}">
                  <a16:creationId xmlns:a16="http://schemas.microsoft.com/office/drawing/2014/main" id="{BDB891E0-A769-40B3-A99D-192F15054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" y="1719"/>
              <a:ext cx="2024" cy="536"/>
            </a:xfrm>
            <a:prstGeom prst="rect">
              <a:avLst/>
            </a:prstGeom>
            <a:noFill/>
            <a:ln w="2857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CC00CC"/>
                  </a:solidFill>
                  <a:latin typeface="Comic Sans MS" panose="030F0702030302020204" pitchFamily="66" charset="0"/>
                </a:rPr>
                <a:t>What about memory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CC00CC"/>
                  </a:solidFill>
                  <a:latin typeface="Comic Sans MS" panose="030F0702030302020204" pitchFamily="66" charset="0"/>
                </a:rPr>
                <a:t>hazards???</a:t>
              </a:r>
            </a:p>
          </p:txBody>
        </p:sp>
        <p:sp>
          <p:nvSpPr>
            <p:cNvPr id="91" name="Freeform 91">
              <a:extLst>
                <a:ext uri="{FF2B5EF4-FFF2-40B4-BE49-F238E27FC236}">
                  <a16:creationId xmlns:a16="http://schemas.microsoft.com/office/drawing/2014/main" id="{00273B19-59D9-4651-B9DE-B6095608C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968"/>
              <a:ext cx="2544" cy="1336"/>
            </a:xfrm>
            <a:custGeom>
              <a:avLst/>
              <a:gdLst>
                <a:gd name="T0" fmla="*/ 0 w 2544"/>
                <a:gd name="T1" fmla="*/ 808 h 1336"/>
                <a:gd name="T2" fmla="*/ 960 w 2544"/>
                <a:gd name="T3" fmla="*/ 40 h 1336"/>
                <a:gd name="T4" fmla="*/ 1968 w 2544"/>
                <a:gd name="T5" fmla="*/ 568 h 1336"/>
                <a:gd name="T6" fmla="*/ 2544 w 2544"/>
                <a:gd name="T7" fmla="*/ 1336 h 1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44"/>
                <a:gd name="T13" fmla="*/ 0 h 1336"/>
                <a:gd name="T14" fmla="*/ 2544 w 2544"/>
                <a:gd name="T15" fmla="*/ 1336 h 1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44" h="1336">
                  <a:moveTo>
                    <a:pt x="0" y="808"/>
                  </a:moveTo>
                  <a:cubicBezTo>
                    <a:pt x="316" y="444"/>
                    <a:pt x="632" y="80"/>
                    <a:pt x="960" y="40"/>
                  </a:cubicBezTo>
                  <a:cubicBezTo>
                    <a:pt x="1288" y="0"/>
                    <a:pt x="1704" y="352"/>
                    <a:pt x="1968" y="568"/>
                  </a:cubicBezTo>
                  <a:cubicBezTo>
                    <a:pt x="2232" y="784"/>
                    <a:pt x="2388" y="1060"/>
                    <a:pt x="2544" y="1336"/>
                  </a:cubicBezTo>
                </a:path>
              </a:pathLst>
            </a:custGeom>
            <a:noFill/>
            <a:ln w="762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" name="Group 92">
            <a:extLst>
              <a:ext uri="{FF2B5EF4-FFF2-40B4-BE49-F238E27FC236}">
                <a16:creationId xmlns:a16="http://schemas.microsoft.com/office/drawing/2014/main" id="{40CF7A94-6EC2-48AE-BD5D-C5B63D0785B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3" name="Line 93">
              <a:extLst>
                <a:ext uri="{FF2B5EF4-FFF2-40B4-BE49-F238E27FC236}">
                  <a16:creationId xmlns:a16="http://schemas.microsoft.com/office/drawing/2014/main" id="{EEA535C2-C509-42ED-ADDD-FA1591D81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3E939C62-E9DE-4625-800B-F0CC077394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5">
              <a:extLst>
                <a:ext uri="{FF2B5EF4-FFF2-40B4-BE49-F238E27FC236}">
                  <a16:creationId xmlns:a16="http://schemas.microsoft.com/office/drawing/2014/main" id="{8E58732E-3A3D-4D4B-9824-38274A003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Freeform 96">
              <a:extLst>
                <a:ext uri="{FF2B5EF4-FFF2-40B4-BE49-F238E27FC236}">
                  <a16:creationId xmlns:a16="http://schemas.microsoft.com/office/drawing/2014/main" id="{3A5F3EBB-289F-401A-BF83-6AC786A9B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6D6F913B-7F06-4313-9383-6EF655EE6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Freeform 98">
              <a:extLst>
                <a:ext uri="{FF2B5EF4-FFF2-40B4-BE49-F238E27FC236}">
                  <a16:creationId xmlns:a16="http://schemas.microsoft.com/office/drawing/2014/main" id="{1391CA76-8848-46D2-B37C-13C6A2EB0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D471B5FE-833E-4CC8-A194-79A5B05D7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100">
              <a:extLst>
                <a:ext uri="{FF2B5EF4-FFF2-40B4-BE49-F238E27FC236}">
                  <a16:creationId xmlns:a16="http://schemas.microsoft.com/office/drawing/2014/main" id="{82678995-5D1A-48F4-8F43-803CE7CA2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101">
              <a:extLst>
                <a:ext uri="{FF2B5EF4-FFF2-40B4-BE49-F238E27FC236}">
                  <a16:creationId xmlns:a16="http://schemas.microsoft.com/office/drawing/2014/main" id="{AFFB9D29-FB9A-46D4-8535-875983125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02">
              <a:extLst>
                <a:ext uri="{FF2B5EF4-FFF2-40B4-BE49-F238E27FC236}">
                  <a16:creationId xmlns:a16="http://schemas.microsoft.com/office/drawing/2014/main" id="{2CE2F9EC-A52C-4670-85E5-414AB180A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6932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BBFAEB3-428F-4FEB-B4E3-9453F639C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Question: Given a load that follows a store in program order, are the two related?</a:t>
            </a:r>
          </a:p>
          <a:p>
            <a:pPr lvl="1"/>
            <a:r>
              <a:rPr lang="en-US" altLang="zh-CN" dirty="0"/>
              <a:t>(Alternatively: is there a RAW hazard between the store and the load)?</a:t>
            </a:r>
            <a:br>
              <a:rPr lang="en-US" altLang="zh-CN" dirty="0"/>
            </a:br>
            <a:r>
              <a:rPr lang="en-US" altLang="zh-CN" b="1" dirty="0" err="1"/>
              <a:t>Eg</a:t>
            </a:r>
            <a:r>
              <a:rPr lang="en-US" altLang="zh-CN" b="1" dirty="0"/>
              <a:t>:	ST	0(R2),  R5</a:t>
            </a:r>
            <a:br>
              <a:rPr lang="en-US" altLang="zh-CN" b="1" dirty="0"/>
            </a:br>
            <a:r>
              <a:rPr lang="en-US" altLang="zh-CN" b="1" dirty="0"/>
              <a:t>	   	LD	R4,      0(R3)</a:t>
            </a:r>
          </a:p>
          <a:p>
            <a:r>
              <a:rPr lang="en-US" altLang="zh-CN" dirty="0"/>
              <a:t>Can we go ahead and start the load early?  </a:t>
            </a:r>
          </a:p>
          <a:p>
            <a:pPr lvl="1"/>
            <a:r>
              <a:rPr lang="en-US" altLang="zh-CN" dirty="0"/>
              <a:t>Store address could be delayed for a long time by some calculation that leads to </a:t>
            </a:r>
            <a:r>
              <a:rPr lang="en-US" altLang="zh-CN" b="1" dirty="0"/>
              <a:t>R2</a:t>
            </a:r>
            <a:r>
              <a:rPr lang="en-US" altLang="zh-CN" dirty="0"/>
              <a:t> (divide?).  </a:t>
            </a:r>
          </a:p>
          <a:p>
            <a:pPr lvl="1"/>
            <a:r>
              <a:rPr lang="en-US" altLang="zh-CN" dirty="0"/>
              <a:t>We might want to issue/begin execution of both operations in same cycle.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56C68C-9413-4AEF-8FD1-3BE7763E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new problem--memory disambiguation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2252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F4A94-AADD-4C76-B61E-B669023E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023BEB-E404-4504-8C8F-8F195FD8DE76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31AC11-53AE-4AE6-9139-D8D234113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33626F-15A1-49C1-B138-ED80127F9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D20ECC-198A-438D-B69F-5F23D8A58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8EB815C-E523-4EB2-928C-8747C0FC7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4BE509-946A-441A-8EB1-4A29C7F47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EA495E-39EC-4C94-89DE-1927FABEE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CC70CE-064B-431C-9E05-4BB2043BB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C6E926D4-D066-47B4-9E61-D423AB47A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743402BB-A429-4ECB-9018-7FA97C100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B3367E33-3F83-4202-92D5-526A995C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5675D64C-A89E-49A3-AC5B-D0143FE52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369E1B4E-EF80-4B8E-BCF9-04C968E83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E8BC00CF-F0AC-4E43-A1C5-BEDAFB741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E9925DFC-671C-4D1C-9851-DC8C892AC2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002E5BA4-DA73-45DF-B098-1D1961200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19C8F887-9EBC-49E1-B1C1-ED5A6804B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70C836F1-3BFB-4352-B207-6E54720F9D4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92F8E8CE-7419-4258-89B0-AB10CC7DE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E0E4399D-2286-4ECC-B28F-BC5E70604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A9FAC704-CFCC-4129-ABF0-C75CBA50B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B5D7F297-734E-4A64-9624-E0BE4E546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5" name="Text Box 25">
            <a:extLst>
              <a:ext uri="{FF2B5EF4-FFF2-40B4-BE49-F238E27FC236}">
                <a16:creationId xmlns:a16="http://schemas.microsoft.com/office/drawing/2014/main" id="{E307B05B-A879-444A-BC63-B9647FCB3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D94EBE2D-F7D1-4231-99D5-2D7026E83B2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1219200"/>
            <a:chOff x="2208" y="576"/>
            <a:chExt cx="2448" cy="768"/>
          </a:xfrm>
        </p:grpSpPr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0A5F2204-29ED-41A9-A6DA-B3547B9C8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337818D4-70AA-426E-BB7A-D7E941529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7C0009D1-F402-48A4-B11C-4254AB72C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5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CC8A3621-77AF-4FCB-BB6E-1CB2DE3F4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768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6419ACA6-5D03-4A6A-8E2A-6CCD0EE31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5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EEA113CE-337A-4057-A727-A4AD6A470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768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705AFE2E-DB45-4888-8671-DE2A4190A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BF610FA1-E9A8-4142-8C1B-08F539CC8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B103EEBA-A0E2-4112-8BB9-8463B9C8C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E15259D5-9D6D-406E-B442-B4DB6E3FA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960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0B649DE9-6FB1-44A9-9F7F-87BE1C049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960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3DCFF986-CA88-4050-A089-20B9032FF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19DB04A8-01F0-4BC9-9DFD-1262B6FB9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FD91DE0B-5B75-4219-9DCD-FFC83A2C5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15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23905034-302B-4017-9FB4-BF76598E2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5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9480810B-73EC-4B71-BE01-FE1420B1F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</p:grpSp>
      <p:sp>
        <p:nvSpPr>
          <p:cNvPr id="43" name="Rectangle 43">
            <a:extLst>
              <a:ext uri="{FF2B5EF4-FFF2-40B4-BE49-F238E27FC236}">
                <a16:creationId xmlns:a16="http://schemas.microsoft.com/office/drawing/2014/main" id="{75CE8253-4306-4728-AF17-5A28A7819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0CA560DE-50D7-4203-A8F1-7B4FE4B0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DB85D656-1ADB-4F85-AC45-B7EC269F7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32E10867-C30C-4465-B330-F3D060DC0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43E70CB5-8490-4F53-850C-341F5D823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73D975CD-325D-4DA4-9807-B69244DC5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B2907CAA-0329-4AA1-9334-495EDB1E9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2098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465DC9A1-A580-4461-BC67-CF88FB46C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5146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8C037A67-40A9-4496-9925-A8BAA1947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819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ST R5,0(R2)</a:t>
            </a: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0577B578-2489-4643-920E-B515F1E14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91F69012-B541-45BB-96F0-7EED39FC4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4C6D9095-9201-4AA2-9025-D55736C8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1F17730A-2205-4F0B-A2A4-DBE8C96C8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56" name="Text Box 56">
            <a:extLst>
              <a:ext uri="{FF2B5EF4-FFF2-40B4-BE49-F238E27FC236}">
                <a16:creationId xmlns:a16="http://schemas.microsoft.com/office/drawing/2014/main" id="{02FCDAC6-79ED-4936-939C-14F826E0C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5EE7492D-979D-4F50-A72F-9F415C6FE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58" name="AutoShape 58">
            <a:extLst>
              <a:ext uri="{FF2B5EF4-FFF2-40B4-BE49-F238E27FC236}">
                <a16:creationId xmlns:a16="http://schemas.microsoft.com/office/drawing/2014/main" id="{9E83C1ED-7E98-4FE0-B38A-2ABA67C750D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0B014A3F-1CAE-459C-9BEF-0BA2DC1B3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0" name="Text Box 60">
            <a:extLst>
              <a:ext uri="{FF2B5EF4-FFF2-40B4-BE49-F238E27FC236}">
                <a16:creationId xmlns:a16="http://schemas.microsoft.com/office/drawing/2014/main" id="{2EC21656-2822-4E86-9EBE-DCFEEC66B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61" name="Group 61">
            <a:extLst>
              <a:ext uri="{FF2B5EF4-FFF2-40B4-BE49-F238E27FC236}">
                <a16:creationId xmlns:a16="http://schemas.microsoft.com/office/drawing/2014/main" id="{B1BF0CAE-8841-49A6-A828-3C3E05D37FB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62" name="Rectangle 62">
              <a:extLst>
                <a:ext uri="{FF2B5EF4-FFF2-40B4-BE49-F238E27FC236}">
                  <a16:creationId xmlns:a16="http://schemas.microsoft.com/office/drawing/2014/main" id="{24677FE2-1631-4545-853D-6C0A3A2FF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3807F835-279A-4169-85AE-CC3E83213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A48CF012-8C0E-4DF6-B54F-D232451D9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4246D4E4-D103-45DD-AD35-EE3084C4C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Rectangle 66">
              <a:extLst>
                <a:ext uri="{FF2B5EF4-FFF2-40B4-BE49-F238E27FC236}">
                  <a16:creationId xmlns:a16="http://schemas.microsoft.com/office/drawing/2014/main" id="{B09EABFC-BDC5-459D-8A99-1930FAE9F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07709CE4-6A49-4882-97A0-C78C9241A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8" name="Text Box 68">
            <a:extLst>
              <a:ext uri="{FF2B5EF4-FFF2-40B4-BE49-F238E27FC236}">
                <a16:creationId xmlns:a16="http://schemas.microsoft.com/office/drawing/2014/main" id="{B54DC397-29A3-478D-91A3-7EB478560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8B35141E-4D6C-496E-AD04-A2145BCB1C18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6E0ADCD5-5008-412E-9035-705A58879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D1E41ECE-6720-44C9-BC52-D78C6BA92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BD7E1AF5-24F4-40DE-A517-ABB126DBC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D3D7249E-EFDE-4612-A465-E348C9394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" name="Text Box 74">
            <a:extLst>
              <a:ext uri="{FF2B5EF4-FFF2-40B4-BE49-F238E27FC236}">
                <a16:creationId xmlns:a16="http://schemas.microsoft.com/office/drawing/2014/main" id="{726F0A98-3EF0-41AE-BE86-EDA58DAEC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75" name="Text Box 75">
            <a:extLst>
              <a:ext uri="{FF2B5EF4-FFF2-40B4-BE49-F238E27FC236}">
                <a16:creationId xmlns:a16="http://schemas.microsoft.com/office/drawing/2014/main" id="{9F8F75E6-545B-4E0F-AA8C-AD6724D66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76" name="Text Box 76">
            <a:extLst>
              <a:ext uri="{FF2B5EF4-FFF2-40B4-BE49-F238E27FC236}">
                <a16:creationId xmlns:a16="http://schemas.microsoft.com/office/drawing/2014/main" id="{6832AE91-FF34-4E8D-BEDC-FA66D8212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grpSp>
        <p:nvGrpSpPr>
          <p:cNvPr id="77" name="Group 77">
            <a:extLst>
              <a:ext uri="{FF2B5EF4-FFF2-40B4-BE49-F238E27FC236}">
                <a16:creationId xmlns:a16="http://schemas.microsoft.com/office/drawing/2014/main" id="{22606AD5-1E74-4EC5-AF00-B03F16656B0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78" name="Line 78">
              <a:extLst>
                <a:ext uri="{FF2B5EF4-FFF2-40B4-BE49-F238E27FC236}">
                  <a16:creationId xmlns:a16="http://schemas.microsoft.com/office/drawing/2014/main" id="{E32DDCBA-924A-456D-8079-414B3644B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79">
              <a:extLst>
                <a:ext uri="{FF2B5EF4-FFF2-40B4-BE49-F238E27FC236}">
                  <a16:creationId xmlns:a16="http://schemas.microsoft.com/office/drawing/2014/main" id="{3C858211-7875-4CCF-93A3-B5E9BC231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80">
              <a:extLst>
                <a:ext uri="{FF2B5EF4-FFF2-40B4-BE49-F238E27FC236}">
                  <a16:creationId xmlns:a16="http://schemas.microsoft.com/office/drawing/2014/main" id="{2946312E-D584-474C-8E4F-457F9B9C5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81">
              <a:extLst>
                <a:ext uri="{FF2B5EF4-FFF2-40B4-BE49-F238E27FC236}">
                  <a16:creationId xmlns:a16="http://schemas.microsoft.com/office/drawing/2014/main" id="{F62BD048-6A4F-478D-8673-62A385046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1031F76B-3659-42F1-A03A-347B3ABF7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15F9C042-CCCB-43A3-8592-AE3A1359E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84">
              <a:extLst>
                <a:ext uri="{FF2B5EF4-FFF2-40B4-BE49-F238E27FC236}">
                  <a16:creationId xmlns:a16="http://schemas.microsoft.com/office/drawing/2014/main" id="{6BC579D6-EFB6-40D1-85BD-F8FAAC8386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51F49C1F-454D-4C86-A53F-DDC5510DDF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62360E95-447F-4D15-90D6-22894CAEA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E6BFA546-8A85-4B69-B516-F38B4A8EA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8" name="Line 88">
            <a:extLst>
              <a:ext uri="{FF2B5EF4-FFF2-40B4-BE49-F238E27FC236}">
                <a16:creationId xmlns:a16="http://schemas.microsoft.com/office/drawing/2014/main" id="{D3D81194-628E-458A-A7A5-CDCE48559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85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74300-75A7-4EDA-B8FD-A548B4EF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88832E-7414-414A-8E52-15A26BADA117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E31E36-1079-4228-82C3-193EC9CC0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3F4845-7540-4B7D-919E-DBAD10117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C3ABD3-F324-4634-8CE8-D12922DFD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C095E64-E220-4FEA-B2EF-67878D316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652963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800" b="1">
                <a:solidFill>
                  <a:srgbClr val="FF3300"/>
                </a:solidFill>
                <a:latin typeface="Courier New" panose="02070309020205020404" pitchFamily="49" charset="0"/>
              </a:rPr>
              <a:t>R</a:t>
            </a:r>
            <a:r>
              <a:rPr lang="zh-CN" altLang="en-US" sz="1800" b="1">
                <a:solidFill>
                  <a:srgbClr val="FF3300"/>
                </a:solidFill>
                <a:latin typeface="Courier New" panose="02070309020205020404" pitchFamily="49" charset="0"/>
              </a:rPr>
              <a:t>（</a:t>
            </a:r>
            <a:r>
              <a:rPr lang="en-US" altLang="zh-CN" sz="1800" b="1">
                <a:solidFill>
                  <a:srgbClr val="FF3300"/>
                </a:solidFill>
                <a:latin typeface="Courier New" panose="02070309020205020404" pitchFamily="49" charset="0"/>
              </a:rPr>
              <a:t>F0)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BDBF77-4BFC-4E48-B527-03557630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594E2C-5E17-43DB-8B52-A51F4CEAB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637199-A697-4C0F-B4D5-454863748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BE40337D-6BA0-44EB-A914-1C707471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974DC1AC-432D-49D1-A04D-5C7CCF26C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2CB552EC-6523-4FDC-8FA9-2DA2A6F07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2FE72FA6-52FC-48C4-94AB-9D1176805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A6ABD425-9A89-47DC-AF23-5134FBCF9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346A66AA-B75C-45AA-816E-E6CEF03A4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D3EBB5F5-34B0-44AE-AA86-318BF6B883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907621E-AE87-4FB3-B920-42CDD34ED4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8F18BEB0-B361-431A-98E0-C3FF0E04C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C05C0E2B-12A1-451C-9C41-048C4E6F3C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A6174B6F-76C6-4C27-B147-BB3A0279DB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A8BB3241-0E55-4268-9040-0BFD0FDBA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B31A6C62-CCB9-42A1-98DF-5373AB27C54B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32E8596E-5C2C-456A-AE51-94566841B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ACB47E61-16B6-4041-86B6-B0C21042C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370F43BF-563C-4F0F-B1D0-54FDBEC80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E42F3F4E-86FD-4E80-9659-A4D0FCEEF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7887DB98-9049-49FE-8E7D-9B6CA5533D32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AF921B6A-729A-456A-AEB4-4FFADFE60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034D3AFA-C0E8-48DF-9AE8-B5FCF387103B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D94FEEEF-92BA-4D8B-A3AB-DA72ED310B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F61A194C-49DD-4229-BCA0-2C1A4ABB9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8B66718B-2ACB-43DB-8FC4-6F1778D8B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592AB5D7-6F42-47C2-96DB-698AF0CCE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731D39B9-C5D3-493A-9B49-AFE569AAD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C73EB9BC-5A77-4BC9-98AB-A2B62B01F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919C7D3C-2B38-4A23-9EF1-6F2F8817B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0D3394A8-AAC5-490B-907D-D56FECB95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FBF812FE-D444-454E-B093-23717E6A2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69FD0512-1C99-42F0-97F1-4E7702FD3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5879A308-B3D6-424F-A829-3E2CC1657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DE39650C-844A-476B-B077-6173A102A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F0CEDFF2-AAD7-482B-8F88-9CD069F58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E6290BA2-7783-4156-84F9-EAE998A0F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3A5C7508-4FFB-4044-A16E-06EF132F0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50A5261D-B84E-4FD2-AE9E-6B849B5E0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5C5EADDD-1708-4BBF-8473-4D1B8B0B23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31D6516F-EE30-4CD8-A66E-8197218B2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6AA4B640-C641-4623-A320-A6589A6F9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D2DB871A-5DF8-442A-9C46-8AA05AD6D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-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A0DCAF33-C53A-4080-B143-B6614E747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673B200F-CE69-4D98-BD4E-AD285F09B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B65642BC-384D-48F5-8710-18EAEB3E6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92F3C4E9-7015-4037-AA11-16D7E8F03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C0F7C317-6C99-4363-8593-9FC5351C1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248CDB1D-CEF3-4504-9B7E-3715875C4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ST R5,0(R2)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444D6A5B-4564-4693-AC31-906E8857F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0995C736-EC98-47AB-BB53-0FBD5FBF7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1F1DEBA0-0998-47FF-B9F4-1AE4429C8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040600D4-A82F-4B61-876E-0F582836E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CF200AF6-E836-4AAC-AC53-060827067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EEBE5DD4-B050-4B7E-B861-1EE6C8B45C00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B0911740-9FBC-49E2-933D-76ADF62D8D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A58F9535-005A-4A0F-9E05-A9854C0B5E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CCD99419-AF63-448E-8064-59A528D50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B46BF82B-74A9-4ED6-8A96-F5A9A1CA8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0A9CB5B6-76D7-409A-B47B-4949660BCA8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599317D6-4149-45FF-9169-4E6AAE709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6AE2836F-AA6F-4E07-B308-423A806D9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1CDE6200-FA47-48DF-A69F-70CD2FBC4C8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AE3C3F6F-84C8-4F34-866E-042A23BAB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14586BEE-3D6E-4B9B-9F10-201797C13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347BB963-E97A-4760-BABE-5224B9B8A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396036EA-0CF8-4958-A44D-AEEADC2BE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5DA1CC31-C58B-45A3-9713-4AD2DF63A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464B4B71-FF7D-46FE-80D0-2D962BCAF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1971EA51-4B20-4BB3-B3DC-4397E29DA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94E4D100-537A-4B0D-B53C-C2A9EA1B6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" name="Group 79">
            <a:extLst>
              <a:ext uri="{FF2B5EF4-FFF2-40B4-BE49-F238E27FC236}">
                <a16:creationId xmlns:a16="http://schemas.microsoft.com/office/drawing/2014/main" id="{C955EB7D-1CD6-46E8-BCCE-3367C5ABE8C9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E579B341-B6FD-4835-8161-5769F8181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7035FBAD-871A-4CE2-A26B-AD7154C6B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8CB4E818-C0C4-40F3-9FB1-35C381597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15F3D174-B837-4B75-A85B-326F3B2C2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4" name="Text Box 84">
            <a:extLst>
              <a:ext uri="{FF2B5EF4-FFF2-40B4-BE49-F238E27FC236}">
                <a16:creationId xmlns:a16="http://schemas.microsoft.com/office/drawing/2014/main" id="{07A18C43-0A88-4B03-B115-705642A21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39281AFE-9F49-49E1-A131-ED499193B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8F8ADD28-D5F9-40D0-BCF8-771D00CC1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2BCE4428-332B-4688-880E-45AF6E3770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5E036FC4-9785-4311-88A0-E655BBBB9B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BD1FE9E1-BB66-462C-A6CF-80D13A734B8D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9F24902E-87EB-43D7-9BB3-77B75703F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38DBB89E-5D33-4A1E-80CB-DE494B36F8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57EBBD91-97AD-41BF-B97C-2525FF1214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E051C3EA-1BFF-496A-A33C-13B8D9ADC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CF34D5A9-0A18-47EC-B2F7-DCBF9E7AA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217C0458-4E49-4C0A-B08D-38D3D06EB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6A6CB647-C8A6-4FAA-ABD1-8BC9C7BF8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914C25AD-F802-4DDD-B064-C4E4A977A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9318900E-8CC7-4EC5-84CE-6D1832DB6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CD00010F-9650-4A9A-B3CE-C1954AA85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5451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FB736-4A57-4258-9500-079BA96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F9D7DE-B5C7-471F-B460-2827DDC84227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290C2C-0529-447D-9E9B-5D00FC83C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C835D4A-A00D-4F1D-B37A-BED9E4908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882AFE-1AF3-4D26-A1A3-A5CDF2F73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28DBBBD-DD5E-4377-9243-8FE140F45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600" b="1">
                <a:solidFill>
                  <a:srgbClr val="FF3300"/>
                </a:solidFill>
                <a:latin typeface="Arial" panose="020B0604020202020204" pitchFamily="34" charset="0"/>
              </a:rPr>
              <a:t>R(F0)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4552A-0A04-4B43-9C73-45229E56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69333F-B64E-47B8-A0CD-B24C064A4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B3A292-16E7-4236-8377-CBA14ED85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F9AC9800-2281-4AFC-AE58-61CEFEED2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5FD1D65E-BE2B-44E4-9C8F-DF0E12D66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AB06F9F-8DD4-43BB-9227-54A5A36B8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95E4F2E-4042-4681-AB5D-041453E02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7370D282-EA85-4C85-B579-C0A7AC01A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27D87AB3-DEE3-4974-BA09-911D1CC87D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A98AA2CD-AC57-4B49-A01B-FC5BC161D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46486F0A-7CD1-494C-AEB8-24C9EFE7E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60731668-B030-4D60-8D65-5E1C53A14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ADC86DC2-B00E-43D9-91ED-946DD668F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C0D0EEAD-81BC-46F8-8E6F-9B27E2FD0B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3FB43D6C-ED6B-4E53-B5BF-1697EE7EC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56B5479-BE24-41BA-9AA8-A91086FBEFD2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2915F09A-42F2-48AE-8A0A-06A898FD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7E9E5093-D9AF-49EC-A075-486BED634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F7FA3F80-C00E-4028-B48F-DC441D9C9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741DDCA2-E3AE-432C-80F1-066E8ADAC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77AC2CC9-4AEC-4FB0-9BD4-96045AF56368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F4E92808-1009-439D-B362-7A14B2598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AB012D5F-6FCE-4C4B-9488-3C8402F6E861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981075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BB066736-1BCF-4666-A71F-AB386E5C55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9578B00A-1BAB-4A91-A8C6-4FEA2794B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E886FC09-A064-4209-9AA4-F7982640B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A3364DA8-1919-4149-9FD0-5388CEEA5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A4BBEEED-10A5-4B75-9FC3-8AEBE2260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FBD1E584-0E42-4A7A-AC50-0940CCBFE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FFEE43DB-CD47-40FD-ADBA-5589FEB72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173ACC19-CF32-4DEB-9B0D-F1E3E618A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57809682-1882-4AA5-9B9D-3BF28443E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3BAA7E0C-19FA-465F-80D7-36E579343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E3FB338C-FD6F-4091-8A00-1E52CC940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F5E14DB5-2759-47AE-BD71-60768B0BD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9AC913D7-4681-4A9E-ABF9-C8BCE25C5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EA78CD1B-BBE5-4554-AA93-8935BB314B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85335781-DB5D-4594-B696-20FF95A12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749DDD42-2E71-4BDF-9869-55292B173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28B678D5-2053-4386-9CC4-4916146497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6F11D2FC-4AB0-4210-A5FB-7EFC04657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6BC59B8B-B41E-4222-B5F2-6CA0BE408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588D3759-B641-453B-8E6D-9CDD893A2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-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B0051ED5-564C-47AA-BB9B-5A3D08836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5EF8764D-A618-4332-B04E-825D6F2BE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31DE92B0-78AF-4E3C-AA6B-D94821493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54DA2AEC-D968-487F-8D88-BA643AD4E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6A3399C6-31E7-49AA-A875-E6679196F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C3324919-22A2-4D2F-AE34-16F6AD2A6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ST R5,0(R2)</a:t>
              </a:r>
              <a:endParaRPr lang="en-US" altLang="zh-CN" sz="1600" b="1">
                <a:latin typeface="Courier New" panose="02070309020205020404" pitchFamily="49" charset="0"/>
              </a:endParaRP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F40DA185-39C4-41DD-9315-DCCF1A44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B733A740-ACBE-4796-A33A-9157F688D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57A75076-F934-4D93-9AF2-24CCB3D9A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CF12E432-A58E-47FC-9F6C-C229FF12C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52E415F8-EE79-4843-ACAE-CF4341E7F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60CED11C-34BC-4A1F-B180-39EA7CF76BE3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E8A0F5C6-E5E1-40C0-8E79-02F30A8887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672DE9E6-311D-4F3A-BF87-CF092B49E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F898FA74-F4A5-44BC-8A77-5C093EFC1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94169450-6B42-4F46-8FE6-BD48E4A78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A7EF3A16-15BF-470B-B5CD-647597ECB0C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DF3F3690-FAB6-4DEF-A4A6-5D62CEE3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68AA4705-5F98-4D97-BE9E-72F2E3C40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F433D3FD-2C80-45A5-8178-800F928AC02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33672FAE-D4C3-4F08-9B49-E3E0F1E42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2E9FD501-8E9A-4E70-BFAF-6C4821C06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4B4A7A66-519B-4C3F-A768-AD7CB50F3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4EF3F8AF-B42B-4E33-AD1E-AD3EA456D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69CE726B-E13C-413F-B56E-36E6814F1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A9FBFCA2-254F-487F-A265-412647E29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6727971A-96C3-4F65-8D9A-4CE7980BA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CCD4A6BC-CDA9-449C-8230-3B0E9ED32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" name="Group 79">
            <a:extLst>
              <a:ext uri="{FF2B5EF4-FFF2-40B4-BE49-F238E27FC236}">
                <a16:creationId xmlns:a16="http://schemas.microsoft.com/office/drawing/2014/main" id="{EF412B44-12EA-4FAB-ADD2-D42417C3B3C7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0539C127-7EAA-4081-8624-D66D1C71E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4D47140F-B50B-4913-87EC-BE865A178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77D851BA-9E42-42A7-8609-1AC836654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107122ED-D278-42D2-A580-2072AE0AD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4" name="Text Box 84">
            <a:extLst>
              <a:ext uri="{FF2B5EF4-FFF2-40B4-BE49-F238E27FC236}">
                <a16:creationId xmlns:a16="http://schemas.microsoft.com/office/drawing/2014/main" id="{3D0851E6-7396-48AB-8B83-4230273B2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15380650-ABEE-4E25-9225-44432E862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69A16A13-F202-4300-8357-6BDCF20C7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DD9ED25C-94D5-4808-AD33-1F69D7985F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AA5B033D-C2BB-46C0-9542-749D5A9C7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69AC8813-6E68-4A6E-B583-ECC9D043DB85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FFBFD7B0-E5FA-4EB0-9F7B-00E1FAA98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3E4ADD9D-1F99-4124-902E-4435017E4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07B6E786-DC51-458E-855F-14232213E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0CEB1987-B328-415E-8DCE-1B2D2678F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BBC8E23D-1EB5-4D39-99B3-6478AE8D4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7B1A8CCA-8405-4795-8042-890B62CE0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1B7EC638-30E8-48AE-B2CA-FA6CEBBFA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14CEC4E4-EEB9-4296-A12D-344802D3B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2E320E7D-C6CC-4C5D-B7CE-E3DB8DF1C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F10E2409-77E3-416B-88FD-55B94BFC7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0502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56CE7-D56A-445F-AD18-6793BF83B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6F82D3-62EA-4112-AFA1-6A5B81BA3E81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DABFC4-DEE5-43CF-9F58-B7E5EB466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1E1319F-151C-4F17-B293-617633E14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E00E5F-BFE2-43D8-A71F-16323D4E9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FA92450-BEE5-4BB8-AD80-295569A62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 </a:t>
            </a:r>
            <a:r>
              <a:rPr lang="en-US" altLang="zh-CN" sz="1600" b="1">
                <a:solidFill>
                  <a:srgbClr val="FF3300"/>
                </a:solidFill>
                <a:latin typeface="Arial" panose="020B0604020202020204" pitchFamily="34" charset="0"/>
              </a:rPr>
              <a:t>ROB?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FEF29-AB07-4340-9F44-EC53CB8C6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800" b="1">
                <a:latin typeface="Courier New" panose="02070309020205020404" pitchFamily="49" charset="0"/>
              </a:rPr>
              <a:t> ADDD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ROB5</a:t>
            </a:r>
            <a:r>
              <a:rPr lang="en-US" altLang="zh-CN" sz="1800" b="1">
                <a:solidFill>
                  <a:schemeClr val="hlink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>
                <a:latin typeface="Courier New" panose="02070309020205020404" pitchFamily="49" charset="0"/>
              </a:rPr>
              <a:t>R(F6)</a:t>
            </a:r>
            <a:endParaRPr lang="en-US" altLang="zh-CN" sz="1800" b="1">
              <a:solidFill>
                <a:schemeClr val="hlink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E33225-687B-473F-A20D-27AEAF196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CD6283-1523-4FC5-AFB7-2D6AD5FC5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6B39F300-CBE2-4A6F-BFD2-8EE6F50108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41011BCF-D648-4D2B-9A25-0F548ED34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A714A9F8-03FC-4EC3-804F-F5FE61520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1B7A8D9C-2449-466B-86CD-F860F137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9C161383-828C-4176-8B3E-422DDE2F1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163AD3B1-D568-41CF-9AE8-0DFCAA365A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AC29F9F1-1E4F-45A5-83C4-6438B979A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D4C888FB-0930-4C6E-97A7-85A91591B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6699EF24-E9A3-48E4-B16F-6FADDB73D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A86ABED7-9FA3-4A22-9D5E-5F566624F3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02C3C5D2-3CB1-4C74-A122-167D6C2DDE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D57531F1-A13A-47AE-BD1F-B3551F172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16A74AD7-25A4-47CA-85C7-B75F99029309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89CAC1C8-18DC-4B1A-97F9-37400FF95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741BF285-3D56-4E38-8EE5-32343827E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D21B98AD-DFBC-4D53-BB08-9279F460F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40FAE559-59BB-46FD-8702-A7B8008DD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403B1534-0879-489B-82B3-446B0C57CC5E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0BB4A4F6-E41C-430F-A53A-C04BB6457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22D63431-5244-4DC5-A77F-1298FA9CC6EE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A766BAF0-DFC7-4424-97E2-3D220DC746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91948106-CE30-4AFD-8D4D-1FA02A762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F91E3B0D-9881-4D2C-BF78-0C59D2D33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A75FF1D3-9812-4995-8D12-287948D00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5FCC5FA4-AC34-44C2-AD9B-AD5E64A01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96054709-A88C-4068-804E-90CBD00CE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EFF7B275-177B-4CB1-8BF2-A3E16D260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33BF79F8-4CEB-4A8A-A20E-D41E2D376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88326486-863B-4948-AFC5-F520C4C83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25A89A3E-3146-4B6C-B1D5-A24969737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1337E11C-3A59-4E8C-B538-059CF0136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18C67BBA-7B9A-41D6-9E42-646287DED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60EC7653-D0A0-453C-A5E3-A323E07B2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1733D0CF-799F-4E7B-9371-648F39B21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B1D72AFF-3F2E-4241-B866-BE0706C9F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22302420-6BF8-47E8-825D-2B3973566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A05CCCF3-BE35-4D48-B307-B316538C0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F2F0C0AB-CAE2-4B97-8B5B-C62606E4E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EEED4F88-120F-4F71-8480-A383FB324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172D8B4D-0873-43A1-A21C-DB3C161D7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-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6CAB1390-504C-4319-8F42-1E93004DC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D5C8C0B1-B69F-4660-9CF9-7AA8F1FBE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71AFE3ED-263C-4ECC-95CF-4B735C0F8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538CBF6D-CFFF-4A9D-BEE5-4710D455E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24751252-3142-470E-BAA8-664214AE4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AD224F40-1643-43B8-95A1-3364E269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Arial" panose="020B0604020202020204" pitchFamily="34" charset="0"/>
                </a:rPr>
                <a:t>ST R5,0(R2)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F7375A7A-FD6A-4D0E-9A77-D7D11E470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6E382E80-ED17-4C3F-8C70-79531374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2CFF6794-C391-4131-84BD-BE8C477C1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6901DB51-7A50-4BF5-82E8-2761F5C07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CEC21BBE-2D2B-46AB-8713-50101B250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BC7D2A85-A42E-4E2F-BC79-9CE9B4F92212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AC13E8BC-ED6F-4E8B-9BFD-8EC5786FF6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5432AC81-9751-42ED-A74C-60F193A3D8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E3FF5872-11DE-46CF-A42D-347F033BA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874F9371-A819-42B4-BD57-480E7E308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371CE903-2F81-4A8B-BB4D-B0212FFF48D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D9E5A89F-1EA0-43DE-9DB4-F123F9BBA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21CDBA39-30B6-454B-B15E-1A8875C39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811C75F5-809F-4FE8-8994-BEF06274B91D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5E7B76FD-D9CD-4D8E-B8C7-E8EFE9A09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93536B18-860A-4441-AC9C-EC107FC03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14614656-C562-4403-AD09-25392CDD6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F72924D7-4D70-43B1-8302-FCA3CFDF0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DD68C698-908C-4DBE-A583-D9D1219A5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BF7D9C26-CFC6-4684-9A4D-0CA443B0E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030B7AAB-923F-4C87-8057-873D3C7F6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3EEACD3F-C90E-4E57-9562-8A197912C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Rectangle 79">
            <a:extLst>
              <a:ext uri="{FF2B5EF4-FFF2-40B4-BE49-F238E27FC236}">
                <a16:creationId xmlns:a16="http://schemas.microsoft.com/office/drawing/2014/main" id="{C39C5CED-0FA9-4D46-897A-B52C5E401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5300663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en-US" altLang="zh-CN" sz="1800" b="1">
                <a:latin typeface="Arial" panose="020B0604020202020204" pitchFamily="34" charset="0"/>
              </a:rPr>
              <a:t>    0+R3</a:t>
            </a:r>
          </a:p>
        </p:txBody>
      </p:sp>
      <p:sp>
        <p:nvSpPr>
          <p:cNvPr id="80" name="Rectangle 80">
            <a:extLst>
              <a:ext uri="{FF2B5EF4-FFF2-40B4-BE49-F238E27FC236}">
                <a16:creationId xmlns:a16="http://schemas.microsoft.com/office/drawing/2014/main" id="{999DD844-724C-410E-A476-3519302D9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88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1" name="Text Box 81">
            <a:extLst>
              <a:ext uri="{FF2B5EF4-FFF2-40B4-BE49-F238E27FC236}">
                <a16:creationId xmlns:a16="http://schemas.microsoft.com/office/drawing/2014/main" id="{B1A284D0-7B0A-421B-8BB8-DAA73DB2A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5013326"/>
            <a:ext cx="6969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2" name="Text Box 82">
            <a:extLst>
              <a:ext uri="{FF2B5EF4-FFF2-40B4-BE49-F238E27FC236}">
                <a16:creationId xmlns:a16="http://schemas.microsoft.com/office/drawing/2014/main" id="{E26BA4A6-C76C-4152-ACFB-C32DE1BBA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3" name="Text Box 83">
            <a:extLst>
              <a:ext uri="{FF2B5EF4-FFF2-40B4-BE49-F238E27FC236}">
                <a16:creationId xmlns:a16="http://schemas.microsoft.com/office/drawing/2014/main" id="{FF645A25-07E1-45D2-BE5B-CB1580665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4" name="Line 84">
            <a:extLst>
              <a:ext uri="{FF2B5EF4-FFF2-40B4-BE49-F238E27FC236}">
                <a16:creationId xmlns:a16="http://schemas.microsoft.com/office/drawing/2014/main" id="{BA59E5A5-D751-4DB6-B3BC-5193F157E9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Line 85">
            <a:extLst>
              <a:ext uri="{FF2B5EF4-FFF2-40B4-BE49-F238E27FC236}">
                <a16:creationId xmlns:a16="http://schemas.microsoft.com/office/drawing/2014/main" id="{0177B949-E422-4980-9949-A36F2EE60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Rectangle 86">
            <a:extLst>
              <a:ext uri="{FF2B5EF4-FFF2-40B4-BE49-F238E27FC236}">
                <a16:creationId xmlns:a16="http://schemas.microsoft.com/office/drawing/2014/main" id="{A9A23475-F311-4309-9B1C-9E8A7F569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626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87" name="Rectangle 87">
            <a:extLst>
              <a:ext uri="{FF2B5EF4-FFF2-40B4-BE49-F238E27FC236}">
                <a16:creationId xmlns:a16="http://schemas.microsoft.com/office/drawing/2014/main" id="{6173127A-3BB6-4A22-BF8C-6F1CCDF94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7912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3706B013-0925-45B5-AAC8-AE7DA754C7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0400" y="53340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1D75FEE1-A351-48B2-AF26-5EB4BBBD758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CBE99AD1-80F5-4C63-B5A5-CD48AC74A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D397E1B3-7C44-4682-8401-64452959C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FFE29828-4FCA-4BED-8F56-86634F2A1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1FEB23E5-32C4-44D7-8D53-3DB10E40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02E19B64-9A0F-4D0D-83C0-FA81653D9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84C1A1B7-0B3D-4C44-B4F2-CE6A36DE9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CAE752D0-DFB7-4B73-8133-98E16BDB6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BB99F3CC-A542-48C5-8F47-114FD3336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06907D46-F308-4583-94F3-11EC10045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D1DFA0D6-0A7D-4933-9EC7-599F17926F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2838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66DF9-D665-4FA5-A35C-4B638CC2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AD38C-D829-4F44-8F31-6C0EF9D3D2B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1C976F-BCBC-41E5-ADE8-68F26A485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4EA6E8-D485-4E62-8AE1-A3E542943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89E033-E6B5-42A8-8F07-26D580670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91B2D72-5ED3-40E4-B44E-D4C90B781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</a:t>
            </a:r>
            <a:r>
              <a:rPr lang="en-US" altLang="zh-CN" sz="1600" b="1">
                <a:solidFill>
                  <a:srgbClr val="FF3300"/>
                </a:solidFill>
                <a:latin typeface="Arial" panose="020B0604020202020204" pitchFamily="34" charset="0"/>
              </a:rPr>
              <a:t>R(F0)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E197A-EAFD-4F34-9EBD-D5534CC5E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800" b="1">
                <a:latin typeface="Courier New" panose="02070309020205020404" pitchFamily="49" charset="0"/>
              </a:rPr>
              <a:t> ADDD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ROB5</a:t>
            </a:r>
            <a:r>
              <a:rPr lang="en-US" altLang="zh-CN" sz="1800" b="1">
                <a:solidFill>
                  <a:schemeClr val="hlink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b="1">
                <a:latin typeface="Courier New" panose="02070309020205020404" pitchFamily="49" charset="0"/>
              </a:rPr>
              <a:t>R(F6)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04B41-23C6-4BD2-9477-F34FFF245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7B764-D15C-435C-9972-58681AC2B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BB380D25-82C2-47E9-9A21-8CDE4DE40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100E4136-0723-4EE9-B13F-AC782FC92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3D57FDDE-9784-4FF0-964F-91E47AB76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090B5D7-5695-4DCA-BBD6-ACF91CB6C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78790A8C-D106-49EA-B6C3-7C41E1639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2DBC4C3D-43BB-4695-9FF0-F14449809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8483C70F-0985-4A5B-91A8-21C9165E55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B3EC2833-9E39-4E5B-9673-E5F83D78C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E7B0FDD6-7397-41A2-BFF6-942BB9D69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18AD6CD4-05E9-4A2E-869D-2F710F4D1F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0C813F59-9187-43AB-A202-8FD5AF1AAD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A696EC7E-1A59-4C3C-9D75-3FB6B0B56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5F5655F-44A3-4C0E-B88E-C4FCF6CAB362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0DB32B9B-4CCF-4B23-B21B-1CA014EC4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F6B3B310-5B25-4619-B445-72A5ED923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AF909C09-CE65-47B7-8D0D-560C747F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20ACB9B4-8256-449F-8F2A-92D063C07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C74763F7-D9E4-45EE-81F3-C7F276F6DFBB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AA3012DE-BDD4-4B86-AAED-51E2EF8B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78559354-9E36-4F89-963E-43A24971AB4B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549B8D9D-2188-4EE0-8A86-A637A1BC5F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D98FA432-6666-4AD1-B779-722947977C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D17EC2CE-440B-4BA0-8193-56B76CD94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2BDD829A-3F0A-4C6A-8AA7-496895558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FF0000"/>
                    </a:solidFill>
                    <a:latin typeface="Courier New" panose="02070309020205020404" pitchFamily="49" charset="0"/>
                  </a:rPr>
                  <a:t>ROB5</a:t>
                </a: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4E0BE78D-87E6-4749-AFBA-3D8EACA37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 </a:t>
                </a: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18B370A8-4621-4495-AD08-C5FB16FCA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ST 0(R3),F4</a:t>
                </a: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923F8948-355D-4FCD-A95E-4E9E0676C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94C50AE3-2BE4-47BA-9CFF-55B9855C0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164551EF-189E-478D-B8E6-B69A8DB77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CF61982D-CACF-4E14-8925-686DD6F07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72D988C8-E29A-4BD3-883D-5CD2C38278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19D5D0E7-8162-4AC6-AF8C-52343FD00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5A44BA98-DEC3-4846-99EE-09C672192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A4F8C704-B1B4-4ED5-8CA4-731C1FAAA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EFEAF481-FBC3-467D-B22D-3218BCCAB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EDDB67B1-E2CA-46B0-A87C-E6CDA1317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2212E40E-C7EF-4973-B7A6-859413AA9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E21538E4-1C08-49BD-93AF-78A5585DA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ECCD0FB3-098F-48EE-9A6D-E957E84FF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1A57B0D7-D27C-4A9D-AACE-95D0FB39F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78ADAA97-A9CE-4734-B29C-D2F2C8F31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7716EEBE-2225-4AFB-A458-65B8B455F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88AB8BD9-5E47-4CED-AFF6-A9A0B03EA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22DAF923-1AD6-4897-8DFB-3B7FE6C53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AC7D166D-CE05-482D-BE24-BA5B87927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E025F62D-344E-45AE-8C4F-66232A3E3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ST R5,0(R2)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4A5ED717-BDA5-4390-9F33-078CF487A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3BEF5E6A-BEBB-499C-A48D-DC1F71BA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1953A26E-646F-4773-86DA-AFE1BA723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117CEDF2-D01F-4EB8-BA10-F57236321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7C1C1635-ED34-41DD-83C1-9DB1B5105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F0AD6532-2C6C-43EB-9A18-1F10087DFD95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F5875615-1F50-489A-A9FF-223F498A2C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A26431BA-F877-4E86-A7E1-2A0701F95A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6CDB47C9-C98D-498C-B20C-154A662E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3FC6FD25-CF2B-49FC-A9D6-656A90682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08073BFC-47F4-432A-8635-9B186C65438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F7887C3E-B4F4-40BA-A557-93BF9379B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976D65AD-C4A8-48AE-B5F6-2B74A230B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B790367C-2692-47BC-8FFC-86F0B399018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06F0E407-58BF-415E-875C-B45073E22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F2F6BC74-1D1A-443E-B679-5257B5DCC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442F200D-F202-46BB-8378-4F474572D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0DD8D03C-F729-406A-BA30-7267A4A3B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DE418B0D-FA5B-4CF5-AB27-0DD20698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22CE9710-1A60-465C-BF90-35DADBE05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E8205EEB-08A5-47ED-939C-EEF696F73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B6D50DD4-A362-4EF6-ACC5-D3BE6F990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Text Box 79">
            <a:extLst>
              <a:ext uri="{FF2B5EF4-FFF2-40B4-BE49-F238E27FC236}">
                <a16:creationId xmlns:a16="http://schemas.microsoft.com/office/drawing/2014/main" id="{B510FBDB-F0B3-43AE-845A-0F08BB9BC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0" name="Text Box 80">
            <a:extLst>
              <a:ext uri="{FF2B5EF4-FFF2-40B4-BE49-F238E27FC236}">
                <a16:creationId xmlns:a16="http://schemas.microsoft.com/office/drawing/2014/main" id="{703F3929-BDAC-42C4-B11A-3BD16DAE2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1" name="Text Box 81">
            <a:extLst>
              <a:ext uri="{FF2B5EF4-FFF2-40B4-BE49-F238E27FC236}">
                <a16:creationId xmlns:a16="http://schemas.microsoft.com/office/drawing/2014/main" id="{387A93F5-F2A1-469E-B6E6-E53B3026C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2" name="Line 82">
            <a:extLst>
              <a:ext uri="{FF2B5EF4-FFF2-40B4-BE49-F238E27FC236}">
                <a16:creationId xmlns:a16="http://schemas.microsoft.com/office/drawing/2014/main" id="{733F4C1D-5A2C-4E8C-B061-E7E14B780E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83">
            <a:extLst>
              <a:ext uri="{FF2B5EF4-FFF2-40B4-BE49-F238E27FC236}">
                <a16:creationId xmlns:a16="http://schemas.microsoft.com/office/drawing/2014/main" id="{FFB96EC9-D82A-457F-9A75-F26993C40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Rectangle 84">
            <a:extLst>
              <a:ext uri="{FF2B5EF4-FFF2-40B4-BE49-F238E27FC236}">
                <a16:creationId xmlns:a16="http://schemas.microsoft.com/office/drawing/2014/main" id="{0DEB16AB-8076-465F-8231-D9C86DF9B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34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en-US" altLang="zh-CN" sz="1800" b="1">
                <a:latin typeface="Arial" panose="020B0604020202020204" pitchFamily="34" charset="0"/>
              </a:rPr>
              <a:t>    0+R3</a:t>
            </a:r>
          </a:p>
        </p:txBody>
      </p:sp>
      <p:sp>
        <p:nvSpPr>
          <p:cNvPr id="85" name="Rectangle 85">
            <a:extLst>
              <a:ext uri="{FF2B5EF4-FFF2-40B4-BE49-F238E27FC236}">
                <a16:creationId xmlns:a16="http://schemas.microsoft.com/office/drawing/2014/main" id="{9F5A0493-0FF8-4B3E-BEA6-8271AE61A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88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6" name="Rectangle 86">
            <a:extLst>
              <a:ext uri="{FF2B5EF4-FFF2-40B4-BE49-F238E27FC236}">
                <a16:creationId xmlns:a16="http://schemas.microsoft.com/office/drawing/2014/main" id="{3139979D-363F-4858-B292-2CB5B4572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626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87" name="Rectangle 87">
            <a:extLst>
              <a:ext uri="{FF2B5EF4-FFF2-40B4-BE49-F238E27FC236}">
                <a16:creationId xmlns:a16="http://schemas.microsoft.com/office/drawing/2014/main" id="{0F811EAF-1331-4458-865E-BCDFBDE7B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7912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25BB1CB1-C9B7-4161-8166-27415EDEA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0400" y="53340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EFE8F929-76DE-4FD5-8DE1-8478A3E1583E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AAF01616-9961-441B-B18E-6C6514404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31012F88-43AA-4648-9612-EBA5467CC2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35D2F638-52A9-4056-B7DC-A04FA6C6D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2566ECE7-BBC8-4D8E-B883-91267C3E7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9731EC4F-00A3-4080-81BC-A17301F27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65B4BB42-A2DE-4B8B-8E72-ACED89568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AB476353-DAB6-41D6-94E4-EA4775872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56BA5C32-5A19-4ECF-BF0C-155F38E59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835B8073-AB5A-4B6A-822B-C8981B6F5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AED6A9FE-40FA-4391-AAC9-9D06A8150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7730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A01B5-E32F-437E-BDD5-B15C7AFD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AC4E05-0C9E-4356-8969-989E902817C1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0ABBAC-27E0-4212-BA56-0A9002B5D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CB4CA4-E4B3-4020-824D-E599F6488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C14351-66B8-4122-A2F3-AA4005AA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Line 7">
            <a:extLst>
              <a:ext uri="{FF2B5EF4-FFF2-40B4-BE49-F238E27FC236}">
                <a16:creationId xmlns:a16="http://schemas.microsoft.com/office/drawing/2014/main" id="{F4357E67-B832-4C24-BC4C-7080BD33B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6B93F94-D3D1-4CD0-B93C-80C0CF722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04B8686A-EB74-4CF2-8A2E-3E8E390F0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88F3DA62-ECC6-4FEF-A1EC-A10A7F482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263BDBDE-17CC-4424-B4F5-0DFF2FA27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361E143D-CC9F-4336-9C9A-7EBE483AE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752E2F3C-7652-4D3D-BA26-385B4E3C8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B5F731E0-6AC8-4E1D-B864-B7764E73C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08B07855-8067-4C38-9D1A-45CE11967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E5C503A8-3234-4467-A553-DA41586806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DBCAE5E5-1117-4850-8AC5-6CCC641267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7E6E4997-67BD-43A1-8A74-575E37C0C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8D8A618-D2C3-4739-A934-EE108B2D034E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9D937129-16BD-4551-8A3B-EAEEC5CF3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4C26A30D-D4F1-4BDE-8B55-231DBEAEF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40F0FF6-5A81-4E5E-AD5A-FA54042D0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785044A7-B3B9-47B8-BE69-B5BBBFB18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6ED6E3D1-4096-4863-BB6F-A9F087AC8B49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1E8FCD82-9F18-4B6C-9C00-CBB0BF11F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1657A8C9-3D86-4DCE-A9B4-73A2ABB9F9B4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9B0F93CD-B106-4C64-A186-B9B9CB5571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0" name="Rectangle 28">
                <a:extLst>
                  <a:ext uri="{FF2B5EF4-FFF2-40B4-BE49-F238E27FC236}">
                    <a16:creationId xmlns:a16="http://schemas.microsoft.com/office/drawing/2014/main" id="{574FAF44-36FB-423D-9507-8DEA5714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41" name="Rectangle 29">
                <a:extLst>
                  <a:ext uri="{FF2B5EF4-FFF2-40B4-BE49-F238E27FC236}">
                    <a16:creationId xmlns:a16="http://schemas.microsoft.com/office/drawing/2014/main" id="{274751E5-6805-48A0-B3F0-7F2896EF2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2" name="Rectangle 30">
                <a:extLst>
                  <a:ext uri="{FF2B5EF4-FFF2-40B4-BE49-F238E27FC236}">
                    <a16:creationId xmlns:a16="http://schemas.microsoft.com/office/drawing/2014/main" id="{65BF79D0-0FD6-4129-BC1D-FAFD24A53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9900CC"/>
                    </a:solidFill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43" name="Rectangle 31">
                <a:extLst>
                  <a:ext uri="{FF2B5EF4-FFF2-40B4-BE49-F238E27FC236}">
                    <a16:creationId xmlns:a16="http://schemas.microsoft.com/office/drawing/2014/main" id="{4CDC30E7-B280-4873-A82B-5924A5E7B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 </a:t>
                </a:r>
              </a:p>
            </p:txBody>
          </p:sp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36689244-6CD5-4D2A-96BE-1E818C422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ST 0(R3),F4</a:t>
                </a: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0DEFADF9-2326-4A23-9B13-CC39734CD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041AA39C-E41D-4D90-82CE-ED74F2D79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1D4AF24F-DB5A-4DE6-A7EB-40E6110E7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88A14C5D-C06F-4560-8FE0-78A498450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74278756-5E2E-4E9B-A5FB-319E8915D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9900CC"/>
                    </a:solidFill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0103D8A3-0FD3-48C0-B565-7F1F415A6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9A1B2845-5B0D-4D42-A363-DF6E913C4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46B363BB-1447-4D97-BEFB-BAC9F3129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5D681F9A-92F5-4C2B-B233-DD15EB2B5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58B82220-1E85-4307-A291-266010D90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A8D5837E-A339-4926-AA71-BE3EF8E57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28" name="Rectangle 44">
              <a:extLst>
                <a:ext uri="{FF2B5EF4-FFF2-40B4-BE49-F238E27FC236}">
                  <a16:creationId xmlns:a16="http://schemas.microsoft.com/office/drawing/2014/main" id="{0F144166-2D09-44C7-A0A9-02065F119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29" name="Rectangle 45">
              <a:extLst>
                <a:ext uri="{FF2B5EF4-FFF2-40B4-BE49-F238E27FC236}">
                  <a16:creationId xmlns:a16="http://schemas.microsoft.com/office/drawing/2014/main" id="{47C94D21-2729-407A-BCB7-896D5FE0B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0" name="Rectangle 46">
              <a:extLst>
                <a:ext uri="{FF2B5EF4-FFF2-40B4-BE49-F238E27FC236}">
                  <a16:creationId xmlns:a16="http://schemas.microsoft.com/office/drawing/2014/main" id="{1007B70E-A521-4339-96A9-F7FAAAEAC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1" name="Rectangle 47">
              <a:extLst>
                <a:ext uri="{FF2B5EF4-FFF2-40B4-BE49-F238E27FC236}">
                  <a16:creationId xmlns:a16="http://schemas.microsoft.com/office/drawing/2014/main" id="{79448F78-77CE-404A-B145-5D67E1576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1E86CA3B-FB5E-451B-9D29-42F8D865A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FBDDC6F3-B997-4D72-A086-A1D06B1E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B569C369-1060-4A9A-BE22-DC07C64D9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118C834D-90B7-489F-A576-BB0BAD539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9459BEED-EA29-402D-9896-F87E5D5AD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ST R5,0(R2)</a:t>
              </a: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635F7874-1AF3-4D2D-B398-0CB837CD5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D621A7B9-8AB6-4647-B050-784252A11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1EDB4CF8-DE40-44B5-B751-6CA5F44AC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56" name="Line 56">
            <a:extLst>
              <a:ext uri="{FF2B5EF4-FFF2-40B4-BE49-F238E27FC236}">
                <a16:creationId xmlns:a16="http://schemas.microsoft.com/office/drawing/2014/main" id="{3879DC64-3984-4890-B4F3-DEED5AAE8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FB836C07-3329-440E-8601-0B8AB0794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58" name="Freeform 58">
            <a:extLst>
              <a:ext uri="{FF2B5EF4-FFF2-40B4-BE49-F238E27FC236}">
                <a16:creationId xmlns:a16="http://schemas.microsoft.com/office/drawing/2014/main" id="{9D2EC58B-EC1B-4159-9E9D-D037D12DB463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Line 59">
            <a:extLst>
              <a:ext uri="{FF2B5EF4-FFF2-40B4-BE49-F238E27FC236}">
                <a16:creationId xmlns:a16="http://schemas.microsoft.com/office/drawing/2014/main" id="{F864708E-C2B1-43DB-8737-A3781C661F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60">
            <a:extLst>
              <a:ext uri="{FF2B5EF4-FFF2-40B4-BE49-F238E27FC236}">
                <a16:creationId xmlns:a16="http://schemas.microsoft.com/office/drawing/2014/main" id="{B644DDB1-EDC6-481B-BAB1-703DA238D1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7E07FFF8-8301-4ED4-9900-A6CD9B183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2" name="Text Box 62">
            <a:extLst>
              <a:ext uri="{FF2B5EF4-FFF2-40B4-BE49-F238E27FC236}">
                <a16:creationId xmlns:a16="http://schemas.microsoft.com/office/drawing/2014/main" id="{73217061-79AC-4502-AE0B-3F6C3DB3A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3" name="AutoShape 63">
            <a:extLst>
              <a:ext uri="{FF2B5EF4-FFF2-40B4-BE49-F238E27FC236}">
                <a16:creationId xmlns:a16="http://schemas.microsoft.com/office/drawing/2014/main" id="{3E615633-DCBC-47A7-AE5D-E5175E89BB5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4" name="Text Box 64">
            <a:extLst>
              <a:ext uri="{FF2B5EF4-FFF2-40B4-BE49-F238E27FC236}">
                <a16:creationId xmlns:a16="http://schemas.microsoft.com/office/drawing/2014/main" id="{7BD92CD1-6AEE-4391-BB48-F3DC24543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748C8CE9-2C1D-4D67-936A-46E66FFE0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66" name="Group 66">
            <a:extLst>
              <a:ext uri="{FF2B5EF4-FFF2-40B4-BE49-F238E27FC236}">
                <a16:creationId xmlns:a16="http://schemas.microsoft.com/office/drawing/2014/main" id="{C76DF0A6-2269-4BEC-9183-0131486A1CD3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053D680B-D44E-4FF0-B85B-882D6C92F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C37D1700-7C7C-41D8-9716-61C3971FC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9E07F4EF-9BFC-4E7B-846D-12E589BD3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8FC20281-D8D7-43B2-A013-0BB01DD93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A250461E-B48C-4485-B528-3A20D448E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D6DA6B65-98C2-4F9E-97E8-8A8EC695F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3" name="Text Box 73">
            <a:extLst>
              <a:ext uri="{FF2B5EF4-FFF2-40B4-BE49-F238E27FC236}">
                <a16:creationId xmlns:a16="http://schemas.microsoft.com/office/drawing/2014/main" id="{D38890CB-3D97-43C9-9BCB-99D33EC5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4" name="Line 74">
            <a:extLst>
              <a:ext uri="{FF2B5EF4-FFF2-40B4-BE49-F238E27FC236}">
                <a16:creationId xmlns:a16="http://schemas.microsoft.com/office/drawing/2014/main" id="{33232DD8-BF11-46F6-A92B-38AB95AD8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5" name="Group 75">
            <a:extLst>
              <a:ext uri="{FF2B5EF4-FFF2-40B4-BE49-F238E27FC236}">
                <a16:creationId xmlns:a16="http://schemas.microsoft.com/office/drawing/2014/main" id="{D29CA54F-7DF4-47A5-9185-608F095D45D0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A22AE638-D62F-4C65-9F09-0B0774779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r>
                <a:rPr lang="en-US" altLang="zh-CN" sz="1800" b="1">
                  <a:latin typeface="Arial" panose="020B0604020202020204" pitchFamily="34" charset="0"/>
                </a:rPr>
                <a:t>    0+R3</a:t>
              </a:r>
            </a:p>
          </p:txBody>
        </p:sp>
        <p:sp>
          <p:nvSpPr>
            <p:cNvPr id="77" name="Rectangle 77">
              <a:extLst>
                <a:ext uri="{FF2B5EF4-FFF2-40B4-BE49-F238E27FC236}">
                  <a16:creationId xmlns:a16="http://schemas.microsoft.com/office/drawing/2014/main" id="{CDF7C7BF-E9AE-4CFB-BF64-052FFC5B3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Rectangle 78">
              <a:extLst>
                <a:ext uri="{FF2B5EF4-FFF2-40B4-BE49-F238E27FC236}">
                  <a16:creationId xmlns:a16="http://schemas.microsoft.com/office/drawing/2014/main" id="{6E31746C-AE9D-4D15-A95E-3EBD6C850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" name="Line 79">
              <a:extLst>
                <a:ext uri="{FF2B5EF4-FFF2-40B4-BE49-F238E27FC236}">
                  <a16:creationId xmlns:a16="http://schemas.microsoft.com/office/drawing/2014/main" id="{4D93FE8B-0C1E-44BC-93AC-DCFF994F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0" name="Text Box 80">
            <a:extLst>
              <a:ext uri="{FF2B5EF4-FFF2-40B4-BE49-F238E27FC236}">
                <a16:creationId xmlns:a16="http://schemas.microsoft.com/office/drawing/2014/main" id="{95542CC9-F00A-452F-9D47-B0BF0B36F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1" name="Text Box 81">
            <a:extLst>
              <a:ext uri="{FF2B5EF4-FFF2-40B4-BE49-F238E27FC236}">
                <a16:creationId xmlns:a16="http://schemas.microsoft.com/office/drawing/2014/main" id="{10B84038-7C84-4645-89DD-AEBDEE618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2" name="Text Box 82">
            <a:extLst>
              <a:ext uri="{FF2B5EF4-FFF2-40B4-BE49-F238E27FC236}">
                <a16:creationId xmlns:a16="http://schemas.microsoft.com/office/drawing/2014/main" id="{3B22BB50-2DBE-4574-BF68-40D89D2E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3" name="Line 83">
            <a:extLst>
              <a:ext uri="{FF2B5EF4-FFF2-40B4-BE49-F238E27FC236}">
                <a16:creationId xmlns:a16="http://schemas.microsoft.com/office/drawing/2014/main" id="{310E175F-7A61-4AAD-A470-C62895083C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84">
            <a:extLst>
              <a:ext uri="{FF2B5EF4-FFF2-40B4-BE49-F238E27FC236}">
                <a16:creationId xmlns:a16="http://schemas.microsoft.com/office/drawing/2014/main" id="{63074FC3-0801-4371-9F79-ED80E497C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Rectangle 85">
            <a:extLst>
              <a:ext uri="{FF2B5EF4-FFF2-40B4-BE49-F238E27FC236}">
                <a16:creationId xmlns:a16="http://schemas.microsoft.com/office/drawing/2014/main" id="{F87A2B84-54A0-4808-9C9F-7C89B81F5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 </a:t>
            </a:r>
            <a:r>
              <a:rPr lang="en-US" altLang="zh-CN" sz="1600" b="1">
                <a:solidFill>
                  <a:srgbClr val="FF3300"/>
                </a:solidFill>
                <a:latin typeface="Arial" panose="020B0604020202020204" pitchFamily="34" charset="0"/>
              </a:rPr>
              <a:t>ROB?</a:t>
            </a:r>
          </a:p>
        </p:txBody>
      </p:sp>
      <p:sp>
        <p:nvSpPr>
          <p:cNvPr id="86" name="Rectangle 86">
            <a:extLst>
              <a:ext uri="{FF2B5EF4-FFF2-40B4-BE49-F238E27FC236}">
                <a16:creationId xmlns:a16="http://schemas.microsoft.com/office/drawing/2014/main" id="{58B57C3B-7AB6-4992-993C-E4C7DCC3B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800" b="1">
                <a:latin typeface="Courier New" panose="02070309020205020404" pitchFamily="49" charset="0"/>
              </a:rPr>
              <a:t> ADDD </a:t>
            </a:r>
            <a:r>
              <a:rPr lang="en-US" altLang="zh-CN" sz="1800" b="1">
                <a:solidFill>
                  <a:srgbClr val="9900CC"/>
                </a:solidFill>
                <a:latin typeface="Courier New" panose="02070309020205020404" pitchFamily="49" charset="0"/>
              </a:rPr>
              <a:t>M[10],</a:t>
            </a:r>
            <a:r>
              <a:rPr lang="en-US" altLang="zh-CN" sz="1800" b="1">
                <a:latin typeface="Courier New" panose="02070309020205020404" pitchFamily="49" charset="0"/>
              </a:rPr>
              <a:t>R(F6)</a:t>
            </a:r>
          </a:p>
        </p:txBody>
      </p:sp>
      <p:sp>
        <p:nvSpPr>
          <p:cNvPr id="87" name="Rectangle 87">
            <a:extLst>
              <a:ext uri="{FF2B5EF4-FFF2-40B4-BE49-F238E27FC236}">
                <a16:creationId xmlns:a16="http://schemas.microsoft.com/office/drawing/2014/main" id="{5BFAD58B-E6B3-478B-9CDA-536852637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8" name="Rectangle 88">
            <a:extLst>
              <a:ext uri="{FF2B5EF4-FFF2-40B4-BE49-F238E27FC236}">
                <a16:creationId xmlns:a16="http://schemas.microsoft.com/office/drawing/2014/main" id="{B81F1384-30B9-4905-B748-08A150029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AFA13F80-1F7E-4C40-AD28-23CCD7D2ADA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22EC4D94-52FF-4B89-AFA7-0212B6644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908E0E9F-22AB-4D33-AC34-C10A13D81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4FF2FE35-5E07-41C5-99AB-4BDF5E0FA0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D5073D43-2F04-4D99-8742-3B8CC0333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458D78A8-67C0-4598-B65C-1FE70A110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E433904B-3E12-44D9-BB49-E4E2A2D01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2B1F806B-C7C2-4FAF-8E5E-EFF178EC7D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4E9DD994-163D-49FB-8746-A8A5C437D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4187FD5D-7ABC-4779-9141-D6BCEAF50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77E65EFC-40D8-4F33-84F2-9E0C8CF2B8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27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D52C1-3FC7-48BD-ABB1-1C74D328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0A1061-929F-44A4-B0B7-B6E1D24795CA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5F70B5-16F8-4C2F-AE4E-E76F22245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385FDE-DC6F-4722-9BC4-5F147A8E8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B129B6-6F06-4DA5-B667-FA3467B67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AB8771E-6C05-4F6A-A878-7C5D89D7D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 </a:t>
            </a:r>
            <a:r>
              <a:rPr lang="en-US" altLang="zh-CN" sz="1600" b="1">
                <a:solidFill>
                  <a:srgbClr val="FF3300"/>
                </a:solidFill>
                <a:latin typeface="Arial" panose="020B0604020202020204" pitchFamily="34" charset="0"/>
              </a:rPr>
              <a:t>ROB?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EE503A-C9F4-4347-9A2F-D2AE9829F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5727B7-A0BF-4042-9C8F-8ECBC632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4D9315-1F34-4ABC-A72A-DA406A71C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F59D72BA-ADA3-4988-8D45-F0775AB94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CD02B557-9252-48C7-9CBC-8EBCACB44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DD76CD2-0E7C-45B1-9E9E-36780B94A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864A0007-FE43-47CE-A469-B5384629B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6CBBB0AA-D5EC-410A-A78A-92B261DA4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7EC46FE0-A337-4AE6-B9CB-18D86A5ED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B23171D5-6A67-4920-BBDD-CBEB49ED2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A3CEDB64-815E-4EF7-A9CF-313A41D807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A9E6CB28-73C4-424F-8D00-E62611569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E1856D95-AD57-4442-99D9-29085D9D0A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4BC0354A-720E-466F-83E3-01F7E1779D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61B9F91B-00F0-45B4-AC7C-7BC43F839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F6439CF3-4080-4B8C-8081-B7839730158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0995DE51-22F0-4652-85A1-6BAEA3852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28B2E541-93F4-4C0C-8E1F-6F523BC66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1BBB68CA-E9FE-4BE3-A133-A346BCCA2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381336BA-58C9-47F2-A97A-3ADFB61DD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25AC90F4-1A1F-4B84-BF3C-9D3C26F1C9FD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71F9154F-69FE-427A-BE0B-7BF18DC8D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366E73F5-B931-4A8F-A674-0F788738F2C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2133600"/>
            <a:chOff x="2208" y="624"/>
            <a:chExt cx="2448" cy="1344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11435C1F-2FDB-4D1F-B88D-E6FD2382CB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4" name="Rectangle 32">
                <a:extLst>
                  <a:ext uri="{FF2B5EF4-FFF2-40B4-BE49-F238E27FC236}">
                    <a16:creationId xmlns:a16="http://schemas.microsoft.com/office/drawing/2014/main" id="{EEF200A8-9CE6-4212-8976-BA61FCDC2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45" name="Rectangle 33">
                <a:extLst>
                  <a:ext uri="{FF2B5EF4-FFF2-40B4-BE49-F238E27FC236}">
                    <a16:creationId xmlns:a16="http://schemas.microsoft.com/office/drawing/2014/main" id="{98F7C57F-C5DD-4431-9500-F28B1D02B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F0</a:t>
                </a:r>
              </a:p>
            </p:txBody>
          </p:sp>
          <p:sp>
            <p:nvSpPr>
              <p:cNvPr id="46" name="Rectangle 34">
                <a:extLst>
                  <a:ext uri="{FF2B5EF4-FFF2-40B4-BE49-F238E27FC236}">
                    <a16:creationId xmlns:a16="http://schemas.microsoft.com/office/drawing/2014/main" id="{64B53510-7BD3-4436-BD41-50EB76E51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47" name="Rectangle 35">
                <a:extLst>
                  <a:ext uri="{FF2B5EF4-FFF2-40B4-BE49-F238E27FC236}">
                    <a16:creationId xmlns:a16="http://schemas.microsoft.com/office/drawing/2014/main" id="{BABEDF04-1E7C-467B-8B9D-B417894ED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&lt;val2&gt;</a:t>
                </a:r>
              </a:p>
            </p:txBody>
          </p:sp>
          <p:sp>
            <p:nvSpPr>
              <p:cNvPr id="48" name="Rectangle 36">
                <a:extLst>
                  <a:ext uri="{FF2B5EF4-FFF2-40B4-BE49-F238E27FC236}">
                    <a16:creationId xmlns:a16="http://schemas.microsoft.com/office/drawing/2014/main" id="{068D13A2-112E-4D4F-97E4-98F61CA36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ST 0(R3),F4</a:t>
                </a:r>
              </a:p>
            </p:txBody>
          </p:sp>
          <p:sp>
            <p:nvSpPr>
              <p:cNvPr id="49" name="Rectangle 37">
                <a:extLst>
                  <a:ext uri="{FF2B5EF4-FFF2-40B4-BE49-F238E27FC236}">
                    <a16:creationId xmlns:a16="http://schemas.microsoft.com/office/drawing/2014/main" id="{882D0D6F-03FF-498A-AAF5-DD67BD7C3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ADDD F0,F4,F6</a:t>
                </a:r>
              </a:p>
            </p:txBody>
          </p:sp>
          <p:sp>
            <p:nvSpPr>
              <p:cNvPr id="50" name="Rectangle 38">
                <a:extLst>
                  <a:ext uri="{FF2B5EF4-FFF2-40B4-BE49-F238E27FC236}">
                    <a16:creationId xmlns:a16="http://schemas.microsoft.com/office/drawing/2014/main" id="{185D353A-6498-4F63-9D27-5E94EECCC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51" name="Rectangle 39">
                <a:extLst>
                  <a:ext uri="{FF2B5EF4-FFF2-40B4-BE49-F238E27FC236}">
                    <a16:creationId xmlns:a16="http://schemas.microsoft.com/office/drawing/2014/main" id="{B3302A13-B6C8-4F08-B57C-56CA3820C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Ex</a:t>
                </a:r>
              </a:p>
            </p:txBody>
          </p:sp>
          <p:sp>
            <p:nvSpPr>
              <p:cNvPr id="52" name="Rectangle 40">
                <a:extLst>
                  <a:ext uri="{FF2B5EF4-FFF2-40B4-BE49-F238E27FC236}">
                    <a16:creationId xmlns:a16="http://schemas.microsoft.com/office/drawing/2014/main" id="{5CEAE568-5F2A-43D7-9620-1CDF7ECD5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F4</a:t>
                </a:r>
              </a:p>
            </p:txBody>
          </p:sp>
          <p:sp>
            <p:nvSpPr>
              <p:cNvPr id="53" name="Rectangle 41">
                <a:extLst>
                  <a:ext uri="{FF2B5EF4-FFF2-40B4-BE49-F238E27FC236}">
                    <a16:creationId xmlns:a16="http://schemas.microsoft.com/office/drawing/2014/main" id="{C86BA66A-4927-4544-9D15-FEA2B414A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M[10]</a:t>
                </a:r>
              </a:p>
            </p:txBody>
          </p:sp>
          <p:sp>
            <p:nvSpPr>
              <p:cNvPr id="54" name="Rectangle 42">
                <a:extLst>
                  <a:ext uri="{FF2B5EF4-FFF2-40B4-BE49-F238E27FC236}">
                    <a16:creationId xmlns:a16="http://schemas.microsoft.com/office/drawing/2014/main" id="{F4AB90E0-6E99-4642-BD3E-B1BB2EEDB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FF0000"/>
                    </a:solidFill>
                    <a:latin typeface="Courier New" panose="02070309020205020404" pitchFamily="49" charset="0"/>
                  </a:rPr>
                  <a:t>LD F4,0(R3)</a:t>
                </a:r>
              </a:p>
            </p:txBody>
          </p:sp>
          <p:sp>
            <p:nvSpPr>
              <p:cNvPr id="55" name="Rectangle 43">
                <a:extLst>
                  <a:ext uri="{FF2B5EF4-FFF2-40B4-BE49-F238E27FC236}">
                    <a16:creationId xmlns:a16="http://schemas.microsoft.com/office/drawing/2014/main" id="{6254CE81-8856-494F-B109-BEF93955F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Y</a:t>
                </a:r>
              </a:p>
            </p:txBody>
          </p:sp>
          <p:sp>
            <p:nvSpPr>
              <p:cNvPr id="56" name="Rectangle 44">
                <a:extLst>
                  <a:ext uri="{FF2B5EF4-FFF2-40B4-BE49-F238E27FC236}">
                    <a16:creationId xmlns:a16="http://schemas.microsoft.com/office/drawing/2014/main" id="{30AC184F-861E-4DC2-9E79-1F2D5E576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--</a:t>
                </a:r>
              </a:p>
            </p:txBody>
          </p:sp>
          <p:sp>
            <p:nvSpPr>
              <p:cNvPr id="57" name="Rectangle 45">
                <a:extLst>
                  <a:ext uri="{FF2B5EF4-FFF2-40B4-BE49-F238E27FC236}">
                    <a16:creationId xmlns:a16="http://schemas.microsoft.com/office/drawing/2014/main" id="{F336F934-4F3F-4042-8550-D4928694D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6">
                <a:extLst>
                  <a:ext uri="{FF2B5EF4-FFF2-40B4-BE49-F238E27FC236}">
                    <a16:creationId xmlns:a16="http://schemas.microsoft.com/office/drawing/2014/main" id="{8F45B1DA-E778-4CAB-A2B0-AA6A57FA1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BNE F2,&lt;…&gt;</a:t>
                </a:r>
              </a:p>
            </p:txBody>
          </p:sp>
          <p:sp>
            <p:nvSpPr>
              <p:cNvPr id="59" name="Rectangle 47">
                <a:extLst>
                  <a:ext uri="{FF2B5EF4-FFF2-40B4-BE49-F238E27FC236}">
                    <a16:creationId xmlns:a16="http://schemas.microsoft.com/office/drawing/2014/main" id="{95D9C567-92FD-434F-8C02-511C38206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3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latin typeface="Courier New" panose="02070309020205020404" pitchFamily="49" charset="0"/>
                  </a:rPr>
                  <a:t>N</a:t>
                </a:r>
              </a:p>
            </p:txBody>
          </p:sp>
        </p:grpSp>
        <p:sp>
          <p:nvSpPr>
            <p:cNvPr id="32" name="Rectangle 48">
              <a:extLst>
                <a:ext uri="{FF2B5EF4-FFF2-40B4-BE49-F238E27FC236}">
                  <a16:creationId xmlns:a16="http://schemas.microsoft.com/office/drawing/2014/main" id="{A8FF3F81-030C-41F4-9E50-960FFC476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3" name="Rectangle 49">
              <a:extLst>
                <a:ext uri="{FF2B5EF4-FFF2-40B4-BE49-F238E27FC236}">
                  <a16:creationId xmlns:a16="http://schemas.microsoft.com/office/drawing/2014/main" id="{B045D807-9819-44C9-A404-7CD8BA33A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4" name="Rectangle 50">
              <a:extLst>
                <a:ext uri="{FF2B5EF4-FFF2-40B4-BE49-F238E27FC236}">
                  <a16:creationId xmlns:a16="http://schemas.microsoft.com/office/drawing/2014/main" id="{5C7940D0-734F-4D0C-8149-92DB980B5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5" name="Rectangle 51">
              <a:extLst>
                <a:ext uri="{FF2B5EF4-FFF2-40B4-BE49-F238E27FC236}">
                  <a16:creationId xmlns:a16="http://schemas.microsoft.com/office/drawing/2014/main" id="{14E21414-5DEC-407A-9EC3-A957D9564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6" name="Rectangle 52">
              <a:extLst>
                <a:ext uri="{FF2B5EF4-FFF2-40B4-BE49-F238E27FC236}">
                  <a16:creationId xmlns:a16="http://schemas.microsoft.com/office/drawing/2014/main" id="{2EC5CE18-5D4F-4F90-87EB-E471B0F1D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53">
              <a:extLst>
                <a:ext uri="{FF2B5EF4-FFF2-40B4-BE49-F238E27FC236}">
                  <a16:creationId xmlns:a16="http://schemas.microsoft.com/office/drawing/2014/main" id="{0909F71F-8F10-4BC2-966F-61A7885B0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38" name="Rectangle 54">
              <a:extLst>
                <a:ext uri="{FF2B5EF4-FFF2-40B4-BE49-F238E27FC236}">
                  <a16:creationId xmlns:a16="http://schemas.microsoft.com/office/drawing/2014/main" id="{09BAEAB1-7CC9-48D5-978E-CB5BA34BD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39" name="Rectangle 55">
              <a:extLst>
                <a:ext uri="{FF2B5EF4-FFF2-40B4-BE49-F238E27FC236}">
                  <a16:creationId xmlns:a16="http://schemas.microsoft.com/office/drawing/2014/main" id="{17306860-A838-4F66-A941-634038009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91DAF7A3-0EC7-43CB-AB2E-C45DD33B9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ST R5,0(R2)</a:t>
              </a:r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83A8AF41-579A-475C-9F11-A96CCA89A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00F1C1E0-8972-4A1F-92A8-093C78FE9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7646E07B-00CF-4933-B0FB-5B364DCFA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0" name="Line 60">
            <a:extLst>
              <a:ext uri="{FF2B5EF4-FFF2-40B4-BE49-F238E27FC236}">
                <a16:creationId xmlns:a16="http://schemas.microsoft.com/office/drawing/2014/main" id="{F7DEC702-33D7-4AD6-9455-1780396C7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Text Box 61">
            <a:extLst>
              <a:ext uri="{FF2B5EF4-FFF2-40B4-BE49-F238E27FC236}">
                <a16:creationId xmlns:a16="http://schemas.microsoft.com/office/drawing/2014/main" id="{E1195ED3-E914-4798-B504-4119EC2D5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04092E78-91FF-4C47-816F-8C9EF473673F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E53A1A26-3723-4319-B7AD-F533B4A6FF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64">
            <a:extLst>
              <a:ext uri="{FF2B5EF4-FFF2-40B4-BE49-F238E27FC236}">
                <a16:creationId xmlns:a16="http://schemas.microsoft.com/office/drawing/2014/main" id="{81E2A5BC-C7BF-43FC-9B17-A752C613A9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A5B16CAC-38B2-4E86-8A7A-967017023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5409AEA5-5E35-4500-B165-B62464E0F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7" name="AutoShape 67">
            <a:extLst>
              <a:ext uri="{FF2B5EF4-FFF2-40B4-BE49-F238E27FC236}">
                <a16:creationId xmlns:a16="http://schemas.microsoft.com/office/drawing/2014/main" id="{F0DC2B46-F064-4F9B-8E44-B0154E819B4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8CEFE4D3-01EF-47AC-81BA-7F1EC0C58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9" name="Text Box 69">
            <a:extLst>
              <a:ext uri="{FF2B5EF4-FFF2-40B4-BE49-F238E27FC236}">
                <a16:creationId xmlns:a16="http://schemas.microsoft.com/office/drawing/2014/main" id="{AECB4355-37D6-4F19-9223-A424A08A2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0" name="Group 70">
            <a:extLst>
              <a:ext uri="{FF2B5EF4-FFF2-40B4-BE49-F238E27FC236}">
                <a16:creationId xmlns:a16="http://schemas.microsoft.com/office/drawing/2014/main" id="{9E4C59EF-1463-451F-B68F-0228B1A8B2F4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C8D94976-FCDF-4983-8F32-59F6F2706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0C20B9DB-F79B-42EF-AE0B-28E294866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2D092CC1-D9AF-4E6C-B5FC-B9247B0EA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28F55E48-784B-4FAC-890E-F615A9EA8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94ED7C7D-D57D-4C73-9DA6-05C5DD7FA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4748A521-0FB3-4373-B3A9-189DBE897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7" name="Text Box 77">
            <a:extLst>
              <a:ext uri="{FF2B5EF4-FFF2-40B4-BE49-F238E27FC236}">
                <a16:creationId xmlns:a16="http://schemas.microsoft.com/office/drawing/2014/main" id="{C76A6BBA-B56B-4B87-9E15-396FA2C22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8" name="Line 78">
            <a:extLst>
              <a:ext uri="{FF2B5EF4-FFF2-40B4-BE49-F238E27FC236}">
                <a16:creationId xmlns:a16="http://schemas.microsoft.com/office/drawing/2014/main" id="{0D3C1053-F02C-4C31-9AF9-F9DDFC77A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" name="Group 79">
            <a:extLst>
              <a:ext uri="{FF2B5EF4-FFF2-40B4-BE49-F238E27FC236}">
                <a16:creationId xmlns:a16="http://schemas.microsoft.com/office/drawing/2014/main" id="{5D66FE42-D7EF-47A9-9813-FB1101CC015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25DD7934-8848-443F-B10C-1B93A2F41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r>
                <a:rPr lang="en-US" altLang="zh-CN" sz="1600" b="1">
                  <a:latin typeface="Arial" panose="020B0604020202020204" pitchFamily="34" charset="0"/>
                </a:rPr>
                <a:t>    0+R3</a:t>
              </a: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366960E1-4CB6-4164-837A-24C91BE89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63656126-0851-4DD5-AF34-5FC1CAAF3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684E19B0-FCA8-48B8-BC98-14C4D529B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4" name="Text Box 84">
            <a:extLst>
              <a:ext uri="{FF2B5EF4-FFF2-40B4-BE49-F238E27FC236}">
                <a16:creationId xmlns:a16="http://schemas.microsoft.com/office/drawing/2014/main" id="{972D0116-2107-4914-91EA-E1D43D80F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A3585F13-E3A1-40ED-A1F4-016356AD0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6" name="Text Box 86">
            <a:extLst>
              <a:ext uri="{FF2B5EF4-FFF2-40B4-BE49-F238E27FC236}">
                <a16:creationId xmlns:a16="http://schemas.microsoft.com/office/drawing/2014/main" id="{5D5CD435-2FD5-407F-9497-33E4D77B6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C2BA66A4-A227-491E-84A5-F73DF35E9A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Line 88">
            <a:extLst>
              <a:ext uri="{FF2B5EF4-FFF2-40B4-BE49-F238E27FC236}">
                <a16:creationId xmlns:a16="http://schemas.microsoft.com/office/drawing/2014/main" id="{F5D41114-019B-4693-AC19-351D09FB2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Group 89">
            <a:extLst>
              <a:ext uri="{FF2B5EF4-FFF2-40B4-BE49-F238E27FC236}">
                <a16:creationId xmlns:a16="http://schemas.microsoft.com/office/drawing/2014/main" id="{EEC90BCF-9D88-49A7-B3A6-89048BC3B789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0" name="Line 90">
              <a:extLst>
                <a:ext uri="{FF2B5EF4-FFF2-40B4-BE49-F238E27FC236}">
                  <a16:creationId xmlns:a16="http://schemas.microsoft.com/office/drawing/2014/main" id="{86B3EE88-CF9B-469F-AEEF-2C941DB6B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19DB4F84-4A57-460F-9C4F-94ABF62BEB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2">
              <a:extLst>
                <a:ext uri="{FF2B5EF4-FFF2-40B4-BE49-F238E27FC236}">
                  <a16:creationId xmlns:a16="http://schemas.microsoft.com/office/drawing/2014/main" id="{9BA5AC31-B5A9-42CC-BDAD-FA2056699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AD1461CA-11EC-42E6-B18C-8D0893DC6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47E60145-B9DB-4329-BD1F-0A54C590F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6E956E00-4695-46A6-87DE-10DE26755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C7112914-7A64-4F29-BEFE-37D4A79AE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37A236A8-52FD-472D-8CAB-C166B91A0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8">
              <a:extLst>
                <a:ext uri="{FF2B5EF4-FFF2-40B4-BE49-F238E27FC236}">
                  <a16:creationId xmlns:a16="http://schemas.microsoft.com/office/drawing/2014/main" id="{3453AF2F-58EE-4680-8A52-AAF5A8F6E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DED57F07-45FA-466D-B1C2-35D0EB6E7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6077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269F21-C864-4651-80D8-2C56FB3C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Tomasulo</a:t>
            </a:r>
            <a:r>
              <a:rPr lang="en-US" altLang="zh-CN" dirty="0"/>
              <a:t> With Reorder buffer:</a:t>
            </a:r>
            <a:endParaRPr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188C94-C267-4EFD-A4C3-C20D51E3198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990600"/>
            <a:ext cx="3886200" cy="1219200"/>
            <a:chOff x="2208" y="576"/>
            <a:chExt cx="2448" cy="7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3065D7-A53D-48C2-9F19-588F72154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--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48137B-77EF-412F-A3F5-CEEAB90CF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4D0C06-C027-4184-84EB-FBF4187C0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5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M[10]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EC35272-DFFD-485B-B566-99E5DD9F3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768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&lt;val2&gt;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7B2B651-2355-4F54-B9AF-35ABDDAAC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5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ST 0(R3),F4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786808-C460-414F-8F53-FA2BC40D0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768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ADDD F0,F4,F6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15BF98-489B-4965-8D60-F1AF928A8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0344EE-6A11-470C-AA1C-01DD28453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Ex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03EAA76-A12F-46BF-9275-D8D18CA98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F4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450C6B-8FA1-4D39-9907-D490214CA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960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M[10]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F13538-27E5-4FA0-A45F-82E175FB6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960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LD F4,0(R3)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BDE249-5516-480E-AC30-20FE0585E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4BA16B-D52B-4253-8CD7-75799DC7F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--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7A128BA-91E4-4D12-A49C-4EC88026C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15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C6EC60-9D87-4F67-8AB5-B1DFD5E29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5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BNE F2,&lt;…&gt;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9DA7D8-6ECF-48BC-8F2B-5E596D8FA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Courier New" panose="02070309020205020404" pitchFamily="49" charset="0"/>
                </a:rPr>
                <a:t>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9CAFE3-BEA3-44F2-BC69-6D914701909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31136B0-5F8E-4FE0-A5C0-E45A68A60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zh-CN" sz="1800" b="1">
                  <a:latin typeface="Courier New" panose="02070309020205020404" pitchFamily="49" charset="0"/>
                </a:rPr>
                <a:t> DIVD </a:t>
              </a:r>
              <a:r>
                <a:rPr lang="en-US" altLang="zh-CN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zh-CN" sz="1800" b="1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767E5D9-7244-4D09-9DEF-C75BA147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E269510-9942-40AA-A39C-406D89D0B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AF608E0D-AD7E-45B3-AD71-C664C4CB5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ADDD R(F4), </a:t>
            </a:r>
            <a:r>
              <a:rPr lang="en-US" altLang="zh-CN" sz="1600" b="1">
                <a:solidFill>
                  <a:srgbClr val="FF3300"/>
                </a:solidFill>
                <a:latin typeface="Arial" panose="020B0604020202020204" pitchFamily="34" charset="0"/>
              </a:rPr>
              <a:t>ROB?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37592E-BB6B-43CE-90B5-3F6E5F17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0BF710-849A-442C-9E6E-3403DB771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A44209-D4E7-4E1C-BBCC-C2643D6D6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883FAFA4-4BBC-4C7F-8F10-C390D8FF9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878C8E72-0BDA-4BAA-9034-20FC44539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FA7843B6-EA39-4AFC-88FE-6B5BA6C64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DCC2AE9E-F6D7-4D30-879E-25E790DD4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1C1926C8-FE59-4145-B5C3-EB6058EA2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74F387CD-2A7C-4E43-BCB1-90F34843A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67C56411-E73F-4A04-834B-AB7999CC4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B7B56D52-FA21-49D3-A792-A51D0D582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994B5AC1-C9DF-458C-B730-D32FF1788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4147D8EA-5465-4DCB-9791-E9CE9FA4BA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5C964955-296D-497C-BA89-33CBA25F7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1890F10B-B441-46B3-8D1A-419B810B4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40" name="Group 40">
            <a:extLst>
              <a:ext uri="{FF2B5EF4-FFF2-40B4-BE49-F238E27FC236}">
                <a16:creationId xmlns:a16="http://schemas.microsoft.com/office/drawing/2014/main" id="{3944DDE3-C37E-47A2-A81B-87E99E11E32B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7D547CE6-7EB0-4152-8A64-74C3AAD0C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4A67508F-434C-4FAE-9E2F-76DA4E546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64287139-3779-42D0-B385-6BEC9B0A4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057857C4-5046-482C-A90E-0361337FE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5" name="Freeform 45">
            <a:extLst>
              <a:ext uri="{FF2B5EF4-FFF2-40B4-BE49-F238E27FC236}">
                <a16:creationId xmlns:a16="http://schemas.microsoft.com/office/drawing/2014/main" id="{36506B07-44CE-4485-BA3B-E60985EC3EF9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E838B273-735D-441F-92F3-D462D2A2D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8F4F985E-FF38-42CC-AF5B-AACD1DD0B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F2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374A1369-FBC0-40EA-9B37-3D46BEE0A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F10</a:t>
            </a: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000A16A4-A0DE-4486-98FF-F23CB2D75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F0</a:t>
            </a: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C0FFDFFF-2C28-4214-93D9-19FDD79AF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34FB4F37-9BBF-4A1B-A853-FE7DF5C16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DE28A3DC-D576-4213-B815-B3721E94F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763A8DD5-8B98-4FD9-B47D-631C2FB5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2098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DIVD F2,F10,F6</a:t>
            </a:r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AEF2A7E0-5E67-4DEA-A297-FE8CFEFD0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5146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ADDD F10,F4,F0</a:t>
            </a:r>
          </a:p>
        </p:txBody>
      </p:sp>
      <p:sp>
        <p:nvSpPr>
          <p:cNvPr id="55" name="Rectangle 55">
            <a:extLst>
              <a:ext uri="{FF2B5EF4-FFF2-40B4-BE49-F238E27FC236}">
                <a16:creationId xmlns:a16="http://schemas.microsoft.com/office/drawing/2014/main" id="{CDF85E56-ADBC-4C5A-B1C4-58A2B22EF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852738"/>
            <a:ext cx="2039938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Arial" panose="020B0604020202020204" pitchFamily="34" charset="0"/>
              </a:rPr>
              <a:t>ST R5,0(R2)</a:t>
            </a:r>
          </a:p>
        </p:txBody>
      </p:sp>
      <p:sp>
        <p:nvSpPr>
          <p:cNvPr id="56" name="Rectangle 56">
            <a:extLst>
              <a:ext uri="{FF2B5EF4-FFF2-40B4-BE49-F238E27FC236}">
                <a16:creationId xmlns:a16="http://schemas.microsoft.com/office/drawing/2014/main" id="{828E15A0-67C9-487E-9FA3-043A56DB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7" name="Rectangle 57">
            <a:extLst>
              <a:ext uri="{FF2B5EF4-FFF2-40B4-BE49-F238E27FC236}">
                <a16:creationId xmlns:a16="http://schemas.microsoft.com/office/drawing/2014/main" id="{309E53C2-26C9-4706-A433-A9716E7E4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6B32F8FF-A3A9-43F4-9D6C-F236B9579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9" name="Line 59">
            <a:extLst>
              <a:ext uri="{FF2B5EF4-FFF2-40B4-BE49-F238E27FC236}">
                <a16:creationId xmlns:a16="http://schemas.microsoft.com/office/drawing/2014/main" id="{CE7A5A1D-886D-425D-A81C-F4BB4FF06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Text Box 60">
            <a:extLst>
              <a:ext uri="{FF2B5EF4-FFF2-40B4-BE49-F238E27FC236}">
                <a16:creationId xmlns:a16="http://schemas.microsoft.com/office/drawing/2014/main" id="{230A14AA-52DB-42D1-9124-644F38159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1" name="Freeform 61">
            <a:extLst>
              <a:ext uri="{FF2B5EF4-FFF2-40B4-BE49-F238E27FC236}">
                <a16:creationId xmlns:a16="http://schemas.microsoft.com/office/drawing/2014/main" id="{5481DEB6-CED4-47DC-82FC-F3D3E83F7DEB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62">
            <a:extLst>
              <a:ext uri="{FF2B5EF4-FFF2-40B4-BE49-F238E27FC236}">
                <a16:creationId xmlns:a16="http://schemas.microsoft.com/office/drawing/2014/main" id="{DF44FE7F-63AE-436D-83F2-9791B3F106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63">
            <a:extLst>
              <a:ext uri="{FF2B5EF4-FFF2-40B4-BE49-F238E27FC236}">
                <a16:creationId xmlns:a16="http://schemas.microsoft.com/office/drawing/2014/main" id="{E0351E9C-E582-4977-AD84-8758E2BBCF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Text Box 64">
            <a:extLst>
              <a:ext uri="{FF2B5EF4-FFF2-40B4-BE49-F238E27FC236}">
                <a16:creationId xmlns:a16="http://schemas.microsoft.com/office/drawing/2014/main" id="{0895A3F7-907F-47EA-B6FD-101659107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5" name="Text Box 65">
            <a:extLst>
              <a:ext uri="{FF2B5EF4-FFF2-40B4-BE49-F238E27FC236}">
                <a16:creationId xmlns:a16="http://schemas.microsoft.com/office/drawing/2014/main" id="{74CF60CC-5100-4038-BA1E-E18ED6ACB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6" name="AutoShape 66">
            <a:extLst>
              <a:ext uri="{FF2B5EF4-FFF2-40B4-BE49-F238E27FC236}">
                <a16:creationId xmlns:a16="http://schemas.microsoft.com/office/drawing/2014/main" id="{3E0ED067-4F9E-4CEF-A0B9-8C41883D87E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7" name="Text Box 67">
            <a:extLst>
              <a:ext uri="{FF2B5EF4-FFF2-40B4-BE49-F238E27FC236}">
                <a16:creationId xmlns:a16="http://schemas.microsoft.com/office/drawing/2014/main" id="{062D713B-EAFB-4E55-889C-48DC4E3EA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8" name="Text Box 68">
            <a:extLst>
              <a:ext uri="{FF2B5EF4-FFF2-40B4-BE49-F238E27FC236}">
                <a16:creationId xmlns:a16="http://schemas.microsoft.com/office/drawing/2014/main" id="{BC340384-B138-46F4-9320-80E8D6384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69" name="Group 69">
            <a:extLst>
              <a:ext uri="{FF2B5EF4-FFF2-40B4-BE49-F238E27FC236}">
                <a16:creationId xmlns:a16="http://schemas.microsoft.com/office/drawing/2014/main" id="{91D7A2D1-5A51-4390-8D17-65A5BAA675C4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8C088AD2-37AA-4FC4-B98E-C5286103F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82FF4779-8B59-455C-BBF3-E945AF5F7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2E7B7530-BD74-44E6-ACC7-9EBCA266C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5D932605-A1C1-4E63-9412-48D9F9BB9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3196DCDE-6C22-4209-BDD6-C7DD7BE52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94E531C8-2A2C-4C7E-82FA-B6FED46D6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6" name="Text Box 76">
            <a:extLst>
              <a:ext uri="{FF2B5EF4-FFF2-40B4-BE49-F238E27FC236}">
                <a16:creationId xmlns:a16="http://schemas.microsoft.com/office/drawing/2014/main" id="{932B3559-3567-4EB2-9EB0-DC7E08DBF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7" name="Line 77">
            <a:extLst>
              <a:ext uri="{FF2B5EF4-FFF2-40B4-BE49-F238E27FC236}">
                <a16:creationId xmlns:a16="http://schemas.microsoft.com/office/drawing/2014/main" id="{39B51D91-A876-451A-AF55-D0DC5CC45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8" name="Group 78">
            <a:extLst>
              <a:ext uri="{FF2B5EF4-FFF2-40B4-BE49-F238E27FC236}">
                <a16:creationId xmlns:a16="http://schemas.microsoft.com/office/drawing/2014/main" id="{7CFDD65C-298B-4337-B14C-CA0485EA217C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5334000"/>
            <a:ext cx="1066800" cy="762000"/>
            <a:chOff x="4320" y="3360"/>
            <a:chExt cx="576" cy="480"/>
          </a:xfrm>
        </p:grpSpPr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6D8257F8-B8C2-4EF8-84CE-08C97D733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r>
                <a:rPr lang="en-US" altLang="zh-CN" sz="2000" b="1">
                  <a:latin typeface="Arial" panose="020B0604020202020204" pitchFamily="34" charset="0"/>
                </a:rPr>
                <a:t>    </a:t>
              </a:r>
              <a:r>
                <a:rPr lang="en-US" altLang="zh-CN" sz="1800" b="1">
                  <a:latin typeface="Arial" panose="020B0604020202020204" pitchFamily="34" charset="0"/>
                </a:rPr>
                <a:t>0+R3</a:t>
              </a:r>
            </a:p>
          </p:txBody>
        </p:sp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A5A3D9C7-FC8A-49A6-A73B-33F4C3031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B576EBAA-E610-4EE6-8858-81461C513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63AC6381-29F6-4DF1-8F8D-2EBE7071B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" name="Text Box 83">
            <a:extLst>
              <a:ext uri="{FF2B5EF4-FFF2-40B4-BE49-F238E27FC236}">
                <a16:creationId xmlns:a16="http://schemas.microsoft.com/office/drawing/2014/main" id="{5AE6643C-C591-44E4-B8A4-299D00FD1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4" name="Text Box 84">
            <a:extLst>
              <a:ext uri="{FF2B5EF4-FFF2-40B4-BE49-F238E27FC236}">
                <a16:creationId xmlns:a16="http://schemas.microsoft.com/office/drawing/2014/main" id="{0510B0E9-1B7A-458D-B106-EF5959B15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5" name="Text Box 85">
            <a:extLst>
              <a:ext uri="{FF2B5EF4-FFF2-40B4-BE49-F238E27FC236}">
                <a16:creationId xmlns:a16="http://schemas.microsoft.com/office/drawing/2014/main" id="{6BDB2CEA-B447-41EB-9BA3-40CA5C358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6" name="Line 86">
            <a:extLst>
              <a:ext uri="{FF2B5EF4-FFF2-40B4-BE49-F238E27FC236}">
                <a16:creationId xmlns:a16="http://schemas.microsoft.com/office/drawing/2014/main" id="{F62D5185-1FAA-46D8-B820-2B0B4B2A52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Line 87">
            <a:extLst>
              <a:ext uri="{FF2B5EF4-FFF2-40B4-BE49-F238E27FC236}">
                <a16:creationId xmlns:a16="http://schemas.microsoft.com/office/drawing/2014/main" id="{E0C71182-F9F4-49E5-A8BB-187F7D15F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Oval 89">
            <a:extLst>
              <a:ext uri="{FF2B5EF4-FFF2-40B4-BE49-F238E27FC236}">
                <a16:creationId xmlns:a16="http://schemas.microsoft.com/office/drawing/2014/main" id="{43FDAA77-BA82-466B-806E-3CFDE937E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300663"/>
            <a:ext cx="1447800" cy="360362"/>
          </a:xfrm>
          <a:prstGeom prst="ellipse">
            <a:avLst/>
          </a:prstGeom>
          <a:noFill/>
          <a:ln w="762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9" name="Text Box 90">
            <a:extLst>
              <a:ext uri="{FF2B5EF4-FFF2-40B4-BE49-F238E27FC236}">
                <a16:creationId xmlns:a16="http://schemas.microsoft.com/office/drawing/2014/main" id="{59057E90-E343-4E51-A738-A3F8808EE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852738"/>
            <a:ext cx="325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Comic Sans MS" panose="030F0702030302020204" pitchFamily="66" charset="0"/>
              </a:rPr>
              <a:t>What if 0(R3)=0(R2)</a:t>
            </a:r>
          </a:p>
        </p:txBody>
      </p:sp>
      <p:grpSp>
        <p:nvGrpSpPr>
          <p:cNvPr id="90" name="Group 92">
            <a:extLst>
              <a:ext uri="{FF2B5EF4-FFF2-40B4-BE49-F238E27FC236}">
                <a16:creationId xmlns:a16="http://schemas.microsoft.com/office/drawing/2014/main" id="{9E712310-4587-41FB-A144-7114EB6421C6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91" name="Line 93">
              <a:extLst>
                <a:ext uri="{FF2B5EF4-FFF2-40B4-BE49-F238E27FC236}">
                  <a16:creationId xmlns:a16="http://schemas.microsoft.com/office/drawing/2014/main" id="{F6E4E0DF-EBCB-4FE5-B359-CCA6ADDE7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4">
              <a:extLst>
                <a:ext uri="{FF2B5EF4-FFF2-40B4-BE49-F238E27FC236}">
                  <a16:creationId xmlns:a16="http://schemas.microsoft.com/office/drawing/2014/main" id="{4384A01F-E85A-4441-8BD4-8E79B508B1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95">
              <a:extLst>
                <a:ext uri="{FF2B5EF4-FFF2-40B4-BE49-F238E27FC236}">
                  <a16:creationId xmlns:a16="http://schemas.microsoft.com/office/drawing/2014/main" id="{CC622160-3B3E-4D0C-829B-CC849CD6AA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Freeform 96">
              <a:extLst>
                <a:ext uri="{FF2B5EF4-FFF2-40B4-BE49-F238E27FC236}">
                  <a16:creationId xmlns:a16="http://schemas.microsoft.com/office/drawing/2014/main" id="{214C1AC1-F9BF-4E20-AA9A-CF12A6E72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7">
              <a:extLst>
                <a:ext uri="{FF2B5EF4-FFF2-40B4-BE49-F238E27FC236}">
                  <a16:creationId xmlns:a16="http://schemas.microsoft.com/office/drawing/2014/main" id="{900DE321-2106-4A52-B306-F2D08A629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Freeform 98">
              <a:extLst>
                <a:ext uri="{FF2B5EF4-FFF2-40B4-BE49-F238E27FC236}">
                  <a16:creationId xmlns:a16="http://schemas.microsoft.com/office/drawing/2014/main" id="{B3E3CF53-B6FA-4F86-A4B8-D8A6736B0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9">
              <a:extLst>
                <a:ext uri="{FF2B5EF4-FFF2-40B4-BE49-F238E27FC236}">
                  <a16:creationId xmlns:a16="http://schemas.microsoft.com/office/drawing/2014/main" id="{E11DACF1-7855-426A-9E90-378968B25F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100">
              <a:extLst>
                <a:ext uri="{FF2B5EF4-FFF2-40B4-BE49-F238E27FC236}">
                  <a16:creationId xmlns:a16="http://schemas.microsoft.com/office/drawing/2014/main" id="{D60EDFFA-9958-420F-B29D-B7B8B507F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101">
              <a:extLst>
                <a:ext uri="{FF2B5EF4-FFF2-40B4-BE49-F238E27FC236}">
                  <a16:creationId xmlns:a16="http://schemas.microsoft.com/office/drawing/2014/main" id="{764A8D88-BA03-4BFE-BFCA-D5DC894F7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102">
              <a:extLst>
                <a:ext uri="{FF2B5EF4-FFF2-40B4-BE49-F238E27FC236}">
                  <a16:creationId xmlns:a16="http://schemas.microsoft.com/office/drawing/2014/main" id="{A869429D-37C0-4640-BF70-DC0A52968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1" name="Oval 103">
            <a:extLst>
              <a:ext uri="{FF2B5EF4-FFF2-40B4-BE49-F238E27FC236}">
                <a16:creationId xmlns:a16="http://schemas.microsoft.com/office/drawing/2014/main" id="{39D88EE5-4577-42E9-9058-849503418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781300"/>
            <a:ext cx="1465262" cy="444500"/>
          </a:xfrm>
          <a:prstGeom prst="ellipse">
            <a:avLst/>
          </a:prstGeom>
          <a:noFill/>
          <a:ln w="762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102" name="Line 104">
            <a:extLst>
              <a:ext uri="{FF2B5EF4-FFF2-40B4-BE49-F238E27FC236}">
                <a16:creationId xmlns:a16="http://schemas.microsoft.com/office/drawing/2014/main" id="{E3C87D1E-C925-4834-B401-027CF63AC9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6138" y="2924176"/>
            <a:ext cx="1727200" cy="144463"/>
          </a:xfrm>
          <a:prstGeom prst="line">
            <a:avLst/>
          </a:prstGeom>
          <a:noFill/>
          <a:ln w="762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053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8BEEBE4-07BF-4475-8049-D78B4E1D4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96752"/>
            <a:ext cx="10427656" cy="4680520"/>
          </a:xfrm>
        </p:spPr>
        <p:txBody>
          <a:bodyPr/>
          <a:lstStyle/>
          <a:p>
            <a:r>
              <a:rPr lang="en-US" altLang="zh-CN" dirty="0"/>
              <a:t>Question: Given a load that follows a store in program order, are the two related?</a:t>
            </a:r>
          </a:p>
          <a:p>
            <a:pPr lvl="1"/>
            <a:r>
              <a:rPr lang="en-US" altLang="zh-CN" dirty="0"/>
              <a:t>(Alternatively: is there a RAW hazard between the store and the load)?</a:t>
            </a:r>
            <a:br>
              <a:rPr lang="en-US" altLang="zh-CN" dirty="0"/>
            </a:br>
            <a:r>
              <a:rPr lang="en-US" altLang="zh-CN" b="1" dirty="0"/>
              <a:t>	</a:t>
            </a:r>
            <a:r>
              <a:rPr lang="en-US" altLang="zh-CN" b="1" dirty="0" err="1"/>
              <a:t>Eg</a:t>
            </a:r>
            <a:r>
              <a:rPr lang="en-US" altLang="zh-CN" b="1" dirty="0"/>
              <a:t>:	ST	0(R2),   R5</a:t>
            </a:r>
            <a:br>
              <a:rPr lang="en-US" altLang="zh-CN" b="1" dirty="0"/>
            </a:br>
            <a:r>
              <a:rPr lang="en-US" altLang="zh-CN" b="1" dirty="0"/>
              <a:t>	   	LD	R6,      0(R3)</a:t>
            </a:r>
          </a:p>
          <a:p>
            <a:r>
              <a:rPr lang="en-US" altLang="zh-CN" dirty="0"/>
              <a:t>Can we go ahead and start the load early?  </a:t>
            </a:r>
          </a:p>
          <a:p>
            <a:pPr lvl="1"/>
            <a:r>
              <a:rPr lang="en-US" altLang="zh-CN" dirty="0"/>
              <a:t>Store address could be delayed for a long time by some calculation that leads to R2 (divide?).  </a:t>
            </a:r>
          </a:p>
          <a:p>
            <a:pPr lvl="1"/>
            <a:r>
              <a:rPr lang="en-US" altLang="zh-CN" dirty="0"/>
              <a:t>We might want to issue/begin execution of both operations in same cycle.</a:t>
            </a:r>
          </a:p>
          <a:p>
            <a:pPr lvl="1"/>
            <a:r>
              <a:rPr lang="en-US" altLang="zh-CN" b="1" dirty="0"/>
              <a:t>Today: Answer is that we are not allowed to start load until we know that address 0(R2) </a:t>
            </a:r>
            <a:r>
              <a:rPr lang="zh-CN" altLang="en-US" b="1" dirty="0"/>
              <a:t>≠</a:t>
            </a:r>
            <a:r>
              <a:rPr lang="en-US" altLang="zh-CN" b="1" dirty="0"/>
              <a:t> 0(R3)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E083F6-7EBC-4A12-AC8E-953D0CB0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Sorting out RAW Hazards in memory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0060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C46636C-782D-4F6E-9025-F55AC1BB2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Need buffer </a:t>
            </a:r>
            <a:r>
              <a:rPr lang="en-US" altLang="zh-CN" b="1" dirty="0"/>
              <a:t>to keep track of all outstanding stores to memory</a:t>
            </a:r>
            <a:r>
              <a:rPr lang="en-US" altLang="zh-CN" dirty="0"/>
              <a:t>, in program order.</a:t>
            </a:r>
          </a:p>
          <a:p>
            <a:pPr lvl="1"/>
            <a:r>
              <a:rPr lang="en-US" altLang="zh-CN" dirty="0"/>
              <a:t>Keep track of address (when becomes available) and value (when becomes available)</a:t>
            </a:r>
          </a:p>
          <a:p>
            <a:pPr lvl="1"/>
            <a:r>
              <a:rPr lang="en-US" altLang="zh-CN" dirty="0"/>
              <a:t>FIFO ordering: will retire stores from this buffer in program order</a:t>
            </a:r>
          </a:p>
          <a:p>
            <a:r>
              <a:rPr lang="en-US" altLang="zh-CN" dirty="0"/>
              <a:t>When issuing a load, record current head of store queue (know which stores are ahead of you).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9039C7-54BC-441C-B65E-FD643EA6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Hardware Support for Memory Disambiguation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2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9D8089A-D39C-4B34-B8C8-5174A4704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When have address for load, check store queue:</a:t>
            </a:r>
          </a:p>
          <a:p>
            <a:pPr lvl="1"/>
            <a:r>
              <a:rPr lang="en-US" altLang="zh-CN" dirty="0"/>
              <a:t>If </a:t>
            </a:r>
            <a:r>
              <a:rPr lang="en-US" altLang="zh-CN" b="1" dirty="0"/>
              <a:t>any</a:t>
            </a:r>
            <a:r>
              <a:rPr lang="en-US" altLang="zh-CN" dirty="0"/>
              <a:t> store prior to load is waiting for its address, stall load. </a:t>
            </a:r>
          </a:p>
          <a:p>
            <a:pPr lvl="1"/>
            <a:r>
              <a:rPr lang="en-US" altLang="zh-CN" dirty="0"/>
              <a:t>If load address matches earlier store address (associative lookup), then we have a </a:t>
            </a:r>
            <a:r>
              <a:rPr lang="en-US" altLang="zh-CN" b="1" dirty="0"/>
              <a:t>memory-induced RAW hazard</a:t>
            </a:r>
            <a:r>
              <a:rPr lang="en-US" altLang="zh-CN" dirty="0"/>
              <a:t>:</a:t>
            </a:r>
          </a:p>
          <a:p>
            <a:pPr lvl="2"/>
            <a:r>
              <a:rPr lang="en-US" altLang="zh-CN" dirty="0"/>
              <a:t>store value available </a:t>
            </a:r>
            <a:r>
              <a:rPr lang="zh-CN" altLang="en-US" dirty="0"/>
              <a:t>→</a:t>
            </a:r>
            <a:r>
              <a:rPr lang="en-US" altLang="zh-CN" dirty="0"/>
              <a:t> return value</a:t>
            </a:r>
          </a:p>
          <a:p>
            <a:pPr lvl="2"/>
            <a:r>
              <a:rPr lang="en-US" altLang="zh-CN" dirty="0"/>
              <a:t>store value not available </a:t>
            </a:r>
            <a:r>
              <a:rPr lang="zh-CN" altLang="en-US" dirty="0"/>
              <a:t>→</a:t>
            </a:r>
            <a:r>
              <a:rPr lang="en-US" altLang="zh-CN" dirty="0"/>
              <a:t> return ROB number of source </a:t>
            </a:r>
          </a:p>
          <a:p>
            <a:pPr lvl="1"/>
            <a:r>
              <a:rPr lang="en-US" altLang="zh-CN" dirty="0"/>
              <a:t>Otherwise, send out request to memory</a:t>
            </a:r>
          </a:p>
          <a:p>
            <a:r>
              <a:rPr lang="en-US" altLang="zh-CN" dirty="0"/>
              <a:t>Actual stores commit in order, so no worry about WAR/WAW hazards through memory.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8DDEDB8-B45B-44EC-8825-8AB54FED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Hardware Support for Memory Disambiguation(2)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2205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F14B58-3024-48E9-8F77-E7C042CD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Disambiguation: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864C5-838A-46DC-8F54-C7EA00F88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990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118B2-1B9A-42A0-8FCC-621E524CF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295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E65663-942A-4A34-B88D-292EF64DC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B2506D-2052-4D8E-9123-4E3786665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295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4E5B9-CCB3-4783-A02F-2159A325F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9906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6CB65-B1F7-4D46-90C2-BE830DDED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295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0FEEEB-008F-48D7-A284-441D2533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990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421ED-8BAC-4870-8463-D2E293563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1295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15957-3D6F-4449-844A-DF47E2CC6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02F675-9D95-4631-A48A-989D56F45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6002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12B91C-B34D-4CB7-9FD6-FB3F92C2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6002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EB9BC-E7C2-407A-940C-EE271874F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16002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976AFA-476B-4076-A2EC-316F7C4ED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9050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6789EA-EB04-4608-A94E-5A3414180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9050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D7C9B0-2753-41B1-AF59-604B7577D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9050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LD F4, 10(R3)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80621-4326-4FBD-A97E-BBDF1249E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19050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857A26-8497-487F-97F2-8E1CE533B820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00600"/>
            <a:ext cx="2514600" cy="406400"/>
            <a:chOff x="2064" y="2928"/>
            <a:chExt cx="1584" cy="25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59E885-5999-44F5-92AB-9E5875112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1">
                <a:latin typeface="Courier New" panose="02070309020205020404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0AA04A-ABF1-4DD8-9330-5647444FC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FAE89FB-30D5-4B13-8BB7-CD0C79779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7306D85-E44D-4E6B-A599-FDBFA0D5C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DFC2C8-458D-48A5-9BDA-C577089F0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14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480595-0E09-4DFA-AC52-6F68EF687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5460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072D7E-82F9-4C7C-AABF-7185470A5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64820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201354F4-BA23-4C01-A4B5-43C72524B1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7700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03852D17-C05B-41AB-AB1B-BC5FC3E2D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731" y="373639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To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19F9A692-F775-43B9-9F54-B60FB2F6A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79120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15B141F8-3E9A-4E2E-8095-8141F9B0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79120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10E3AE51-746C-4C05-81B5-10F4605E5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9BD32DA4-AD22-4915-8648-22815C606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7113" y="5257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6DDDF92A-D649-442A-A748-105732999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32940F74-FB16-4D12-B634-5D2C4D437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5181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FCB5B5D2-4568-470A-B079-8D9661C84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5284788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Reservation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BC5BF7A0-B424-4CB6-A243-9EE7B6F542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25780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8A1EE5B7-A402-40DF-972D-6733FB8843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518160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C838D368-E2B7-4790-B5AB-8BA645051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914400"/>
            <a:ext cx="879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FP Op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AA63E944-D3DB-499D-B5E3-26174812DE4B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505200"/>
            <a:ext cx="2209800" cy="812800"/>
            <a:chOff x="3456" y="1200"/>
            <a:chExt cx="1392" cy="512"/>
          </a:xfrm>
        </p:grpSpPr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EEB330E7-6C76-419A-8FE5-98F2EBA97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69D8A310-3722-4A49-8F86-FF404EBDB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4A6AEFE2-35DD-46CE-B877-38394D974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87F85535-13C4-441A-9EB1-C587EE11D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4" name="Freeform 44">
            <a:extLst>
              <a:ext uri="{FF2B5EF4-FFF2-40B4-BE49-F238E27FC236}">
                <a16:creationId xmlns:a16="http://schemas.microsoft.com/office/drawing/2014/main" id="{64C337B7-0DA0-4CE7-AAAF-AA973FCF7EEA}"/>
              </a:ext>
            </a:extLst>
          </p:cNvPr>
          <p:cNvSpPr>
            <a:spLocks/>
          </p:cNvSpPr>
          <p:nvPr/>
        </p:nvSpPr>
        <p:spPr bwMode="auto">
          <a:xfrm>
            <a:off x="6477000" y="327660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147483646 w 1296"/>
              <a:gd name="T3" fmla="*/ 0 h 480"/>
              <a:gd name="T4" fmla="*/ 2147483646 w 1296"/>
              <a:gd name="T5" fmla="*/ 2147483646 h 480"/>
              <a:gd name="T6" fmla="*/ 0 60000 65536"/>
              <a:gd name="T7" fmla="*/ 0 60000 65536"/>
              <a:gd name="T8" fmla="*/ 0 60000 65536"/>
              <a:gd name="T9" fmla="*/ 0 w 1296"/>
              <a:gd name="T10" fmla="*/ 0 h 480"/>
              <a:gd name="T11" fmla="*/ 1296 w 129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id="{C69D06A7-ED19-498F-B31F-ABB15F709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990600"/>
            <a:ext cx="6604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ROB6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Comic Sans MS" panose="030F0702030302020204" pitchFamily="66" charset="0"/>
              </a:rPr>
              <a:t>ROB1</a:t>
            </a:r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E3448F9C-0DEB-49B3-BDE8-8132CBB18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--</a:t>
            </a: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97D48FCA-F077-4F7F-9630-5FE01AD3B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F0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87CE2F33-8290-4FA0-AE91-8AD3D8845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--</a:t>
            </a: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D95E9FAE-0291-4EDD-A016-84463BB1E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2CA344F1-26F7-448C-AA66-6C2DB2683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>
              <a:latin typeface="Courier New" panose="02070309020205020404" pitchFamily="49" charset="0"/>
            </a:endParaRPr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A9A43BEB-7BA1-4845-AEDA-EFE3122A5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&lt;val 1&gt;</a:t>
            </a: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F9837033-04C4-41C3-8DA4-8EB55284C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2098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ST 10(R3), F5 </a:t>
            </a: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55265B34-1BB9-4A0D-A0A3-47960BC1A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5146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LD F0,32(R2)</a:t>
            </a:r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EA2DDEBB-8BBF-4D90-9523-D3C2B0934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81940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ST 0(R3), F4</a:t>
            </a:r>
          </a:p>
        </p:txBody>
      </p:sp>
      <p:sp>
        <p:nvSpPr>
          <p:cNvPr id="55" name="Rectangle 55">
            <a:extLst>
              <a:ext uri="{FF2B5EF4-FFF2-40B4-BE49-F238E27FC236}">
                <a16:creationId xmlns:a16="http://schemas.microsoft.com/office/drawing/2014/main" id="{AE307B2C-2416-4407-A4DE-2F56EC85A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2098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6" name="Rectangle 56">
            <a:extLst>
              <a:ext uri="{FF2B5EF4-FFF2-40B4-BE49-F238E27FC236}">
                <a16:creationId xmlns:a16="http://schemas.microsoft.com/office/drawing/2014/main" id="{68C12655-9785-42AE-882D-8AC3E25F8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5146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57" name="Rectangle 57">
            <a:extLst>
              <a:ext uri="{FF2B5EF4-FFF2-40B4-BE49-F238E27FC236}">
                <a16:creationId xmlns:a16="http://schemas.microsoft.com/office/drawing/2014/main" id="{D5CE72D4-7EB0-456B-9D9E-126E0B7DF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81940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urier New" panose="02070309020205020404" pitchFamily="49" charset="0"/>
              </a:rPr>
              <a:t>Y</a:t>
            </a:r>
          </a:p>
        </p:txBody>
      </p:sp>
      <p:sp>
        <p:nvSpPr>
          <p:cNvPr id="58" name="Line 58">
            <a:extLst>
              <a:ext uri="{FF2B5EF4-FFF2-40B4-BE49-F238E27FC236}">
                <a16:creationId xmlns:a16="http://schemas.microsoft.com/office/drawing/2014/main" id="{4B399D66-8EE8-449A-ADEF-0D42919E7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84B8124E-FCC2-46C7-8057-0C31AA9B0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9601"/>
            <a:ext cx="846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0" name="Freeform 60">
            <a:extLst>
              <a:ext uri="{FF2B5EF4-FFF2-40B4-BE49-F238E27FC236}">
                <a16:creationId xmlns:a16="http://schemas.microsoft.com/office/drawing/2014/main" id="{41AE00B0-10EC-4C5F-83A1-469DBF74FF91}"/>
              </a:ext>
            </a:extLst>
          </p:cNvPr>
          <p:cNvSpPr>
            <a:spLocks/>
          </p:cNvSpPr>
          <p:nvPr/>
        </p:nvSpPr>
        <p:spPr bwMode="auto">
          <a:xfrm>
            <a:off x="8991600" y="2209800"/>
            <a:ext cx="609600" cy="4267200"/>
          </a:xfrm>
          <a:custGeom>
            <a:avLst/>
            <a:gdLst>
              <a:gd name="T0" fmla="*/ 2147483646 w 576"/>
              <a:gd name="T1" fmla="*/ 2147483646 h 2832"/>
              <a:gd name="T2" fmla="*/ 2147483646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  <a:gd name="T9" fmla="*/ 0 w 576"/>
              <a:gd name="T10" fmla="*/ 0 h 2832"/>
              <a:gd name="T11" fmla="*/ 576 w 576"/>
              <a:gd name="T12" fmla="*/ 2832 h 28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61">
            <a:extLst>
              <a:ext uri="{FF2B5EF4-FFF2-40B4-BE49-F238E27FC236}">
                <a16:creationId xmlns:a16="http://schemas.microsoft.com/office/drawing/2014/main" id="{DF525E49-FC96-46F8-ADBA-3CC1F8A0E3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609600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62">
            <a:extLst>
              <a:ext uri="{FF2B5EF4-FFF2-40B4-BE49-F238E27FC236}">
                <a16:creationId xmlns:a16="http://schemas.microsoft.com/office/drawing/2014/main" id="{C89A1A57-0AB5-48B5-96C1-C8A3A6165C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089" y="609123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Text Box 63">
            <a:extLst>
              <a:ext uri="{FF2B5EF4-FFF2-40B4-BE49-F238E27FC236}">
                <a16:creationId xmlns:a16="http://schemas.microsoft.com/office/drawing/2014/main" id="{94F43A74-F958-4884-A3E9-12676A392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6" y="4283076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4" name="Text Box 64">
            <a:extLst>
              <a:ext uri="{FF2B5EF4-FFF2-40B4-BE49-F238E27FC236}">
                <a16:creationId xmlns:a16="http://schemas.microsoft.com/office/drawing/2014/main" id="{2137D37B-6F67-4EEC-9EAC-6F29F9636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1" y="44196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65" name="AutoShape 65">
            <a:extLst>
              <a:ext uri="{FF2B5EF4-FFF2-40B4-BE49-F238E27FC236}">
                <a16:creationId xmlns:a16="http://schemas.microsoft.com/office/drawing/2014/main" id="{8FA1AC74-9C21-49A4-BA79-F6D0D97DCCC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50450" y="137160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6" name="Text Box 66">
            <a:extLst>
              <a:ext uri="{FF2B5EF4-FFF2-40B4-BE49-F238E27FC236}">
                <a16:creationId xmlns:a16="http://schemas.microsoft.com/office/drawing/2014/main" id="{29235341-DA29-4D15-A5C3-239C56DFA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3439" y="2590801"/>
            <a:ext cx="911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67" name="Text Box 67">
            <a:extLst>
              <a:ext uri="{FF2B5EF4-FFF2-40B4-BE49-F238E27FC236}">
                <a16:creationId xmlns:a16="http://schemas.microsoft.com/office/drawing/2014/main" id="{FE583C16-148B-4D36-83CD-669EAF169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990601"/>
            <a:ext cx="100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id="{1F0827BE-B765-4D38-8685-4CA0C20648B5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2819400" y="560388"/>
            <a:ext cx="914400" cy="1219200"/>
            <a:chOff x="1872" y="1584"/>
            <a:chExt cx="576" cy="864"/>
          </a:xfrm>
        </p:grpSpPr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76BF094C-0A34-4276-BECA-12F11D00E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A6605C81-84B7-438F-8700-CDA4A446B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FB725E74-43EB-4514-80EF-98152D696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419FDF62-C746-439F-A98E-97E036FC9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9C17082F-9463-4815-84DE-481FAC737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7F7F5CFB-F2A1-4CDD-882A-E00CDAEB7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5" name="Text Box 75">
            <a:extLst>
              <a:ext uri="{FF2B5EF4-FFF2-40B4-BE49-F238E27FC236}">
                <a16:creationId xmlns:a16="http://schemas.microsoft.com/office/drawing/2014/main" id="{802A9CA0-A36C-4D2B-BD84-8660228CE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9069" y="4377748"/>
            <a:ext cx="1058303" cy="5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from </a:t>
            </a:r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76" name="Line 76">
            <a:extLst>
              <a:ext uri="{FF2B5EF4-FFF2-40B4-BE49-F238E27FC236}">
                <a16:creationId xmlns:a16="http://schemas.microsoft.com/office/drawing/2014/main" id="{060A1BC2-DEE8-4E97-BD88-4138836D6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953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Rectangle 77">
            <a:extLst>
              <a:ext uri="{FF2B5EF4-FFF2-40B4-BE49-F238E27FC236}">
                <a16:creationId xmlns:a16="http://schemas.microsoft.com/office/drawing/2014/main" id="{AD39ACB1-4974-4837-A1F7-5A79961DF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34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b="1">
                <a:latin typeface="Courier New" panose="02070309020205020404" pitchFamily="49" charset="0"/>
              </a:rPr>
              <a:t> 32+R2</a:t>
            </a:r>
          </a:p>
        </p:txBody>
      </p:sp>
      <p:sp>
        <p:nvSpPr>
          <p:cNvPr id="78" name="Rectangle 78">
            <a:extLst>
              <a:ext uri="{FF2B5EF4-FFF2-40B4-BE49-F238E27FC236}">
                <a16:creationId xmlns:a16="http://schemas.microsoft.com/office/drawing/2014/main" id="{0ABC5435-E0B1-401D-8391-7B83182EF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588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4</a:t>
            </a:r>
            <a:r>
              <a:rPr lang="en-US" altLang="zh-CN" sz="1800" b="1">
                <a:latin typeface="Courier New" panose="02070309020205020404" pitchFamily="49" charset="0"/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latin typeface="Courier New" panose="02070309020205020404" pitchFamily="49" charset="0"/>
              </a:rPr>
              <a:t>ROB3</a:t>
            </a:r>
          </a:p>
        </p:txBody>
      </p:sp>
      <p:sp>
        <p:nvSpPr>
          <p:cNvPr id="79" name="Rectangle 79">
            <a:extLst>
              <a:ext uri="{FF2B5EF4-FFF2-40B4-BE49-F238E27FC236}">
                <a16:creationId xmlns:a16="http://schemas.microsoft.com/office/drawing/2014/main" id="{DFB7F156-02C0-439E-9E4F-EA1A9CADC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842000"/>
            <a:ext cx="1066800" cy="25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0" name="Line 80">
            <a:extLst>
              <a:ext uri="{FF2B5EF4-FFF2-40B4-BE49-F238E27FC236}">
                <a16:creationId xmlns:a16="http://schemas.microsoft.com/office/drawing/2014/main" id="{DDB415DF-8722-46A2-8506-589F6E880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0400" y="5334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Text Box 81">
            <a:extLst>
              <a:ext uri="{FF2B5EF4-FFF2-40B4-BE49-F238E27FC236}">
                <a16:creationId xmlns:a16="http://schemas.microsoft.com/office/drawing/2014/main" id="{E21EE294-D1D4-435A-A5FB-16C411851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5029201"/>
            <a:ext cx="696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2" name="Text Box 82">
            <a:extLst>
              <a:ext uri="{FF2B5EF4-FFF2-40B4-BE49-F238E27FC236}">
                <a16:creationId xmlns:a16="http://schemas.microsoft.com/office/drawing/2014/main" id="{99CDDF1E-8981-4F86-A161-FDB93A786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1905001"/>
            <a:ext cx="2841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Reorder Buffer</a:t>
            </a:r>
            <a:endParaRPr lang="en-US" altLang="zh-CN" sz="1800" b="1">
              <a:latin typeface="Comic Sans MS" panose="030F0702030302020204" pitchFamily="66" charset="0"/>
            </a:endParaRPr>
          </a:p>
        </p:txBody>
      </p:sp>
      <p:sp>
        <p:nvSpPr>
          <p:cNvPr id="83" name="Text Box 83">
            <a:extLst>
              <a:ext uri="{FF2B5EF4-FFF2-40B4-BE49-F238E27FC236}">
                <a16:creationId xmlns:a16="http://schemas.microsoft.com/office/drawing/2014/main" id="{CCC8FDD8-765C-41D3-857C-1F9169B48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1"/>
            <a:ext cx="1782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84" name="Line 84">
            <a:extLst>
              <a:ext uri="{FF2B5EF4-FFF2-40B4-BE49-F238E27FC236}">
                <a16:creationId xmlns:a16="http://schemas.microsoft.com/office/drawing/2014/main" id="{554FA55B-A3F3-48DA-9FDE-CD69AC021B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609600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Line 85">
            <a:extLst>
              <a:ext uri="{FF2B5EF4-FFF2-40B4-BE49-F238E27FC236}">
                <a16:creationId xmlns:a16="http://schemas.microsoft.com/office/drawing/2014/main" id="{A72D1196-8EC8-4956-87CA-BC71F6A39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14300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6" name="Group 86">
            <a:extLst>
              <a:ext uri="{FF2B5EF4-FFF2-40B4-BE49-F238E27FC236}">
                <a16:creationId xmlns:a16="http://schemas.microsoft.com/office/drawing/2014/main" id="{7FD9D195-AC30-4B94-BD6F-BD21C8A1B9F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209800"/>
            <a:ext cx="8534400" cy="4343400"/>
            <a:chOff x="192" y="1392"/>
            <a:chExt cx="5376" cy="2736"/>
          </a:xfrm>
        </p:grpSpPr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3296A4D0-868C-46CB-BBF6-DF671A2F5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4080"/>
              <a:ext cx="5376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88">
              <a:extLst>
                <a:ext uri="{FF2B5EF4-FFF2-40B4-BE49-F238E27FC236}">
                  <a16:creationId xmlns:a16="http://schemas.microsoft.com/office/drawing/2014/main" id="{9692B3B8-8F1E-4E83-A8CB-D4DAF66154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12"/>
              <a:ext cx="0" cy="76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89">
              <a:extLst>
                <a:ext uri="{FF2B5EF4-FFF2-40B4-BE49-F238E27FC236}">
                  <a16:creationId xmlns:a16="http://schemas.microsoft.com/office/drawing/2014/main" id="{51BC1F47-848C-433B-BD4E-1F96C0F4D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264"/>
              <a:ext cx="0" cy="816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Freeform 90">
              <a:extLst>
                <a:ext uri="{FF2B5EF4-FFF2-40B4-BE49-F238E27FC236}">
                  <a16:creationId xmlns:a16="http://schemas.microsoft.com/office/drawing/2014/main" id="{F3585542-8C7B-4C09-A5DA-2B45C7223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064"/>
              <a:ext cx="1296" cy="336"/>
            </a:xfrm>
            <a:custGeom>
              <a:avLst/>
              <a:gdLst>
                <a:gd name="T0" fmla="*/ 0 w 1296"/>
                <a:gd name="T1" fmla="*/ 0 h 480"/>
                <a:gd name="T2" fmla="*/ 1296 w 1296"/>
                <a:gd name="T3" fmla="*/ 0 h 480"/>
                <a:gd name="T4" fmla="*/ 1296 w 1296"/>
                <a:gd name="T5" fmla="*/ 115 h 480"/>
                <a:gd name="T6" fmla="*/ 0 60000 65536"/>
                <a:gd name="T7" fmla="*/ 0 60000 65536"/>
                <a:gd name="T8" fmla="*/ 0 60000 65536"/>
                <a:gd name="T9" fmla="*/ 0 w 1296"/>
                <a:gd name="T10" fmla="*/ 0 h 480"/>
                <a:gd name="T11" fmla="*/ 1296 w 1296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480">
                  <a:moveTo>
                    <a:pt x="0" y="0"/>
                  </a:moveTo>
                  <a:lnTo>
                    <a:pt x="1296" y="0"/>
                  </a:lnTo>
                  <a:lnTo>
                    <a:pt x="1296" y="48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122CF0FE-725F-4F96-B8C4-AD227C23F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968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Freeform 92">
              <a:extLst>
                <a:ext uri="{FF2B5EF4-FFF2-40B4-BE49-F238E27FC236}">
                  <a16:creationId xmlns:a16="http://schemas.microsoft.com/office/drawing/2014/main" id="{751687B5-144C-4488-B232-806F60EF8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392"/>
              <a:ext cx="384" cy="2688"/>
            </a:xfrm>
            <a:custGeom>
              <a:avLst/>
              <a:gdLst>
                <a:gd name="T0" fmla="*/ 114 w 576"/>
                <a:gd name="T1" fmla="*/ 2298 h 2832"/>
                <a:gd name="T2" fmla="*/ 114 w 576"/>
                <a:gd name="T3" fmla="*/ 0 h 2832"/>
                <a:gd name="T4" fmla="*/ 0 w 576"/>
                <a:gd name="T5" fmla="*/ 0 h 2832"/>
                <a:gd name="T6" fmla="*/ 0 60000 65536"/>
                <a:gd name="T7" fmla="*/ 0 60000 65536"/>
                <a:gd name="T8" fmla="*/ 0 60000 65536"/>
                <a:gd name="T9" fmla="*/ 0 w 576"/>
                <a:gd name="T10" fmla="*/ 0 h 2832"/>
                <a:gd name="T11" fmla="*/ 576 w 576"/>
                <a:gd name="T12" fmla="*/ 2832 h 2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2832">
                  <a:moveTo>
                    <a:pt x="576" y="2832"/>
                  </a:moveTo>
                  <a:lnTo>
                    <a:pt x="576" y="0"/>
                  </a:lnTo>
                  <a:lnTo>
                    <a:pt x="0" y="0"/>
                  </a:lnTo>
                </a:path>
              </a:pathLst>
            </a:cu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93">
              <a:extLst>
                <a:ext uri="{FF2B5EF4-FFF2-40B4-BE49-F238E27FC236}">
                  <a16:creationId xmlns:a16="http://schemas.microsoft.com/office/drawing/2014/main" id="{F12052AA-2DEF-4315-BFE1-8A7F0BC02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840"/>
              <a:ext cx="0" cy="288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4">
              <a:extLst>
                <a:ext uri="{FF2B5EF4-FFF2-40B4-BE49-F238E27FC236}">
                  <a16:creationId xmlns:a16="http://schemas.microsoft.com/office/drawing/2014/main" id="{829983BA-B48C-4D8D-8946-650D81C47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3837"/>
              <a:ext cx="5" cy="253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5">
              <a:extLst>
                <a:ext uri="{FF2B5EF4-FFF2-40B4-BE49-F238E27FC236}">
                  <a16:creationId xmlns:a16="http://schemas.microsoft.com/office/drawing/2014/main" id="{273EC4BB-C49F-475F-8AC5-500101033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12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77061024-4C16-488B-AC2A-85A338224D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3840"/>
              <a:ext cx="0" cy="24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2954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2DA2CD9-EFEE-44E4-8344-8ACDC9760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16" y="953616"/>
            <a:ext cx="6882338" cy="5283691"/>
          </a:xfrm>
        </p:spPr>
        <p:txBody>
          <a:bodyPr/>
          <a:lstStyle/>
          <a:p>
            <a:r>
              <a:rPr lang="en-US" altLang="zh-CN" dirty="0"/>
              <a:t>Need HW buffer for results of uncommitted instructions: </a:t>
            </a:r>
            <a:r>
              <a:rPr lang="en-US" altLang="zh-CN" b="1" dirty="0"/>
              <a:t>reorder buffer</a:t>
            </a:r>
          </a:p>
          <a:p>
            <a:pPr lvl="1"/>
            <a:r>
              <a:rPr lang="en-US" altLang="zh-CN" dirty="0"/>
              <a:t>3 fields: </a:t>
            </a:r>
            <a:r>
              <a:rPr lang="en-US" altLang="zh-CN" dirty="0" err="1"/>
              <a:t>instr</a:t>
            </a:r>
            <a:r>
              <a:rPr lang="en-US" altLang="zh-CN" dirty="0"/>
              <a:t>, destination, value</a:t>
            </a:r>
          </a:p>
          <a:p>
            <a:pPr lvl="1"/>
            <a:r>
              <a:rPr lang="en-US" altLang="zh-CN" dirty="0"/>
              <a:t>Use </a:t>
            </a:r>
            <a:r>
              <a:rPr lang="en-US" altLang="zh-CN" b="1" dirty="0"/>
              <a:t>reorder buffer number</a:t>
            </a:r>
            <a:r>
              <a:rPr lang="en-US" altLang="zh-CN" dirty="0"/>
              <a:t> instead of reservation station when execution completes</a:t>
            </a:r>
          </a:p>
          <a:p>
            <a:pPr lvl="1"/>
            <a:r>
              <a:rPr lang="en-US" altLang="zh-CN" dirty="0"/>
              <a:t>Supplies operands between execution complete &amp; commit</a:t>
            </a:r>
          </a:p>
          <a:p>
            <a:pPr lvl="1"/>
            <a:r>
              <a:rPr lang="en-US" altLang="zh-CN" dirty="0"/>
              <a:t>(Reorder buffer can be operand source =&gt; more registers like RS)</a:t>
            </a:r>
          </a:p>
          <a:p>
            <a:pPr lvl="1"/>
            <a:r>
              <a:rPr lang="en-US" altLang="zh-CN" dirty="0"/>
              <a:t>Once instruction </a:t>
            </a:r>
            <a:r>
              <a:rPr lang="en-US" altLang="zh-CN" b="1" dirty="0"/>
              <a:t>commits</a:t>
            </a:r>
            <a:r>
              <a:rPr lang="en-US" altLang="zh-CN" dirty="0"/>
              <a:t>, result is put into register</a:t>
            </a:r>
          </a:p>
          <a:p>
            <a:pPr lvl="1"/>
            <a:r>
              <a:rPr lang="en-US" altLang="zh-CN" dirty="0"/>
              <a:t>As a result, easy to undo speculated instructions </a:t>
            </a:r>
            <a:br>
              <a:rPr lang="en-US" altLang="zh-CN" dirty="0"/>
            </a:br>
            <a:r>
              <a:rPr lang="en-US" altLang="zh-CN" dirty="0"/>
              <a:t>on </a:t>
            </a:r>
            <a:r>
              <a:rPr lang="en-US" altLang="zh-CN" dirty="0" err="1"/>
              <a:t>mispredicted</a:t>
            </a:r>
            <a:r>
              <a:rPr lang="en-US" altLang="zh-CN" dirty="0"/>
              <a:t> branches </a:t>
            </a:r>
            <a:r>
              <a:rPr lang="en-US" altLang="zh-CN" b="1" dirty="0"/>
              <a:t>or exceptions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0CB47BA-9CFF-4C46-BDDB-D617D8EB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HW support for precise interrupts</a:t>
            </a:r>
            <a:endParaRPr lang="zh-CN" alt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788A2E6-5BD0-4502-9532-68F95FF1BEE4}"/>
              </a:ext>
            </a:extLst>
          </p:cNvPr>
          <p:cNvGrpSpPr>
            <a:grpSpLocks/>
          </p:cNvGrpSpPr>
          <p:nvPr/>
        </p:nvGrpSpPr>
        <p:grpSpPr bwMode="auto">
          <a:xfrm>
            <a:off x="7649754" y="1726692"/>
            <a:ext cx="3503893" cy="3404616"/>
            <a:chOff x="2996" y="1104"/>
            <a:chExt cx="2592" cy="2332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4E849CC-0155-4355-A74B-FB7CD55D8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248"/>
              <a:ext cx="1040" cy="65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Reorder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Buffer</a:t>
              </a: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ADD88E62-C089-4F13-AF42-082FEEC32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568"/>
              <a:ext cx="476" cy="7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FP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Op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Queue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A5A9DB0-47C0-41AF-96F4-8BD72153A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" y="3032"/>
              <a:ext cx="656" cy="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FP Adder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D6D66938-6E21-4145-9F8A-6D69A2848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3032"/>
              <a:ext cx="656" cy="1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FP Adder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5E200818-3233-4672-B7A5-6C81FB629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756"/>
              <a:ext cx="908" cy="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Res Stations</a:t>
              </a: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586C7CD7-95CB-4E83-A042-F627B0D33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2756"/>
              <a:ext cx="908" cy="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Res Stations</a:t>
              </a: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ECBD8AC2-7D37-48BD-B0B8-47E2CFDFC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6" y="3408"/>
              <a:ext cx="25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F952C5EA-EC75-4F45-A9F5-F7595E19B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1112"/>
              <a:ext cx="0" cy="2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A0E13F6C-55C0-47C1-881F-8947F22619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1104"/>
              <a:ext cx="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49436E88-2985-428A-BD4A-793012BDA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104"/>
              <a:ext cx="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64C61157-5BB9-4A84-BF0B-DA8414E9C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188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4E26ED97-70D6-4B15-80F7-398D72C1C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4" y="3212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D292D258-E94F-48A9-A0EF-0B28DB9C2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" y="2324"/>
              <a:ext cx="0" cy="4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90A1A258-21FF-4D22-8684-46AE770A1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6" y="2484"/>
              <a:ext cx="12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6AA9867D-29CA-4F05-BA1F-674A94291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496"/>
              <a:ext cx="0" cy="2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23E435CC-4155-42EF-BB25-9D7000232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920"/>
              <a:ext cx="0" cy="5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69CA4337-90D7-462A-BF6B-F015F9BDD2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2" y="2484"/>
              <a:ext cx="8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5FA9F7E-D215-4FA5-BC19-36DA4AFE5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2022"/>
              <a:ext cx="704" cy="30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FP Regs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578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210">
            <a:extLst>
              <a:ext uri="{FF2B5EF4-FFF2-40B4-BE49-F238E27FC236}">
                <a16:creationId xmlns:a16="http://schemas.microsoft.com/office/drawing/2014/main" id="{8BCDBCCA-A81B-4A92-96EC-205BA3E255F5}"/>
              </a:ext>
            </a:extLst>
          </p:cNvPr>
          <p:cNvGraphicFramePr>
            <a:graphicFrameLocks/>
          </p:cNvGraphicFramePr>
          <p:nvPr/>
        </p:nvGraphicFramePr>
        <p:xfrm>
          <a:off x="1524000" y="44450"/>
          <a:ext cx="9036050" cy="6819900"/>
        </p:xfrm>
        <a:graphic>
          <a:graphicData uri="http://schemas.openxmlformats.org/drawingml/2006/table">
            <a:tbl>
              <a:tblPr/>
              <a:tblGrid>
                <a:gridCol w="82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8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记分牌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Tomasulo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带投机的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Tomasulo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8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主要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思想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动态调度、按序发射、乱序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执行、乱序完成、集中控制。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动态调度、按序发射、乱序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执行、乱序完成分散控制。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增加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RS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（保留站）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,CDB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转移预测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动态调度、投机执行、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按序完成。在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RS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基础上再增加</a:t>
                      </a:r>
                      <a:r>
                        <a:rPr kumimoji="0" lang="de-DE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ROB(reorder buffer)</a:t>
                      </a:r>
                      <a:r>
                        <a:rPr kumimoji="0" lang="zh-CN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  <a:endParaRPr kumimoji="0" lang="zh-CN" altLang="de-D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92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解决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何种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竞争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RAW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数据竞争。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WAW,WAR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stall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解决数据竞争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避免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WW,WAR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竞争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;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允许硬件支持的循环展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开，不局限于程序基本块。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解决数据竞争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避免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WW,WAR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竞争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;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从数据竞争扩充到控制竞争。通过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预测减少控制竞争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stall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764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指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令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节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拍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ISSUE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：停顿于结构竞争和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WAW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竞争。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RO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：等待两个操作数就绪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动态解决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RAW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EX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：和普通流水线一样。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WB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：停顿于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WAR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竞争。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ISSUE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：仅停顿于结构竞争（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RS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部件）。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EX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：利用保留站（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RS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）进行换名，解决了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WAW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WAR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问题（即名字相关）。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WB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：回写。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ISSUE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：仅停顿于结构竞争（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RS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部件和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ROB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部件）。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EX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：等待操作数就绪，执行。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WB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：结果写到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ROB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，其它指令可以引用该临时结果，但不更新寄存器。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COMMIT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：保证按序完成，保证精确中断。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70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关键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部件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记分牌、集中控制、指令状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态、功能部件状态、寄存器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结果状态。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CDB(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通用数据总线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：执行结果通过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CDB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传递，及时。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RS(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保留站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：换名功能以及暂存临时数据。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ROB(REORDER BUFFER)</a:t>
                      </a: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重构序缓冲器：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对移到顶部的指令进行判断。。。</a:t>
                      </a: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ROB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负责寄存器重命名、暂存执行后和交付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前的结果、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102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其它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从静态调度到动态调度的过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渡算法。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一旦指令将临时结果放在保留站，则其它后续的指令都能立即在寄存器组中看见这个结果。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某指令将临时结果放在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ROB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后，其它指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令并不能从寄存器组中看到这个结果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（也就是说，寄存器组的值并没有更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新），而是等待该指令提交（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commit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后，寄存器组才更新。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431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v5_arch_8</Template>
  <TotalTime>1472</TotalTime>
  <Words>4124</Words>
  <Application>Microsoft Office PowerPoint</Application>
  <PresentationFormat>宽屏</PresentationFormat>
  <Paragraphs>1305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黑体</vt:lpstr>
      <vt:lpstr>微软雅黑</vt:lpstr>
      <vt:lpstr>Arial</vt:lpstr>
      <vt:lpstr>Comic Sans MS</vt:lpstr>
      <vt:lpstr>Courier New</vt:lpstr>
      <vt:lpstr>Tahoma</vt:lpstr>
      <vt:lpstr>Times New Roman</vt:lpstr>
      <vt:lpstr>Wingdings</vt:lpstr>
      <vt:lpstr>射线</vt:lpstr>
      <vt:lpstr>Computer Architecture  ----A Quantitative Approach</vt:lpstr>
      <vt:lpstr>Tomasulo Drawbacks</vt:lpstr>
      <vt:lpstr>Hardware-based Speculation</vt:lpstr>
      <vt:lpstr>Speculative execution with Tomasulo's algorithm</vt:lpstr>
      <vt:lpstr>Extend Tomasulo to handle speculation</vt:lpstr>
      <vt:lpstr>Extend Tomasulo to handle speculation</vt:lpstr>
      <vt:lpstr>Difference from Tomasulo Algorithm</vt:lpstr>
      <vt:lpstr>Entry of ROB</vt:lpstr>
      <vt:lpstr>4 Steps of Speculative Tomasulo Algorithm</vt:lpstr>
      <vt:lpstr>What to do when commit ?</vt:lpstr>
      <vt:lpstr>2 clock cycles for pipelined memory access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Speculation performance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new problem--memory disambiguation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Tomasulo With Reorder buffer:</vt:lpstr>
      <vt:lpstr>Sorting out RAW Hazards in memory</vt:lpstr>
      <vt:lpstr>Hardware Support for Memory Disambiguation</vt:lpstr>
      <vt:lpstr>Hardware Support for Memory Disambiguation(2)</vt:lpstr>
      <vt:lpstr>Memory Disambiguation:</vt:lpstr>
      <vt:lpstr>HW support for precise interrupts</vt:lpstr>
      <vt:lpstr>PowerPoint 演示文稿</vt:lpstr>
      <vt:lpstr>PowerPoint 演示文稿</vt:lpstr>
    </vt:vector>
  </TitlesOfParts>
  <Company>CADCG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for pipelining</dc:title>
  <dc:creator>wzchen</dc:creator>
  <cp:lastModifiedBy>宋 天泽</cp:lastModifiedBy>
  <cp:revision>223</cp:revision>
  <dcterms:created xsi:type="dcterms:W3CDTF">2003-04-16T06:14:29Z</dcterms:created>
  <dcterms:modified xsi:type="dcterms:W3CDTF">2024-09-05T13:21:31Z</dcterms:modified>
</cp:coreProperties>
</file>